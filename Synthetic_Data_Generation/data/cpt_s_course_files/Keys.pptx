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7" r:id="rId1"/>
  </p:sldMasterIdLst>
  <p:notesMasterIdLst>
    <p:notesMasterId r:id="rId45"/>
  </p:notesMasterIdLst>
  <p:handoutMasterIdLst>
    <p:handoutMasterId r:id="rId46"/>
  </p:handoutMasterIdLst>
  <p:sldIdLst>
    <p:sldId id="398" r:id="rId2"/>
    <p:sldId id="432" r:id="rId3"/>
    <p:sldId id="461" r:id="rId4"/>
    <p:sldId id="380" r:id="rId5"/>
    <p:sldId id="427" r:id="rId6"/>
    <p:sldId id="428" r:id="rId7"/>
    <p:sldId id="433" r:id="rId8"/>
    <p:sldId id="434" r:id="rId9"/>
    <p:sldId id="435" r:id="rId10"/>
    <p:sldId id="438" r:id="rId11"/>
    <p:sldId id="439" r:id="rId12"/>
    <p:sldId id="429" r:id="rId13"/>
    <p:sldId id="458" r:id="rId14"/>
    <p:sldId id="459" r:id="rId15"/>
    <p:sldId id="460" r:id="rId16"/>
    <p:sldId id="406" r:id="rId17"/>
    <p:sldId id="430" r:id="rId18"/>
    <p:sldId id="440" r:id="rId19"/>
    <p:sldId id="441" r:id="rId20"/>
    <p:sldId id="442" r:id="rId21"/>
    <p:sldId id="443" r:id="rId22"/>
    <p:sldId id="444" r:id="rId23"/>
    <p:sldId id="445" r:id="rId24"/>
    <p:sldId id="446" r:id="rId25"/>
    <p:sldId id="447" r:id="rId26"/>
    <p:sldId id="448" r:id="rId27"/>
    <p:sldId id="449" r:id="rId28"/>
    <p:sldId id="450" r:id="rId29"/>
    <p:sldId id="451" r:id="rId30"/>
    <p:sldId id="452" r:id="rId31"/>
    <p:sldId id="453" r:id="rId32"/>
    <p:sldId id="454" r:id="rId33"/>
    <p:sldId id="457" r:id="rId34"/>
    <p:sldId id="388" r:id="rId35"/>
    <p:sldId id="390" r:id="rId36"/>
    <p:sldId id="391" r:id="rId37"/>
    <p:sldId id="392" r:id="rId38"/>
    <p:sldId id="394" r:id="rId39"/>
    <p:sldId id="399" r:id="rId40"/>
    <p:sldId id="400" r:id="rId41"/>
    <p:sldId id="401" r:id="rId42"/>
    <p:sldId id="402" r:id="rId43"/>
    <p:sldId id="403" r:id="rId44"/>
  </p:sldIdLst>
  <p:sldSz cx="12192000" cy="6858000"/>
  <p:notesSz cx="7315200" cy="9601200"/>
  <p:defaultTextStyle>
    <a:defPPr>
      <a:defRPr lang="en-US"/>
    </a:defPPr>
    <a:lvl1pPr algn="ctr" rtl="0" fontAlgn="base">
      <a:spcBef>
        <a:spcPct val="0"/>
      </a:spcBef>
      <a:spcAft>
        <a:spcPct val="0"/>
      </a:spcAft>
      <a:defRPr kern="1200">
        <a:solidFill>
          <a:schemeClr val="tx1"/>
        </a:solidFill>
        <a:latin typeface="Arial" charset="0"/>
        <a:ea typeface="+mn-ea"/>
        <a:cs typeface="Mangal" pitchFamily="2" charset="0"/>
      </a:defRPr>
    </a:lvl1pPr>
    <a:lvl2pPr marL="457200" algn="ctr" rtl="0" fontAlgn="base">
      <a:spcBef>
        <a:spcPct val="0"/>
      </a:spcBef>
      <a:spcAft>
        <a:spcPct val="0"/>
      </a:spcAft>
      <a:defRPr kern="1200">
        <a:solidFill>
          <a:schemeClr val="tx1"/>
        </a:solidFill>
        <a:latin typeface="Arial" charset="0"/>
        <a:ea typeface="+mn-ea"/>
        <a:cs typeface="Mangal" pitchFamily="2" charset="0"/>
      </a:defRPr>
    </a:lvl2pPr>
    <a:lvl3pPr marL="914400" algn="ctr" rtl="0" fontAlgn="base">
      <a:spcBef>
        <a:spcPct val="0"/>
      </a:spcBef>
      <a:spcAft>
        <a:spcPct val="0"/>
      </a:spcAft>
      <a:defRPr kern="1200">
        <a:solidFill>
          <a:schemeClr val="tx1"/>
        </a:solidFill>
        <a:latin typeface="Arial" charset="0"/>
        <a:ea typeface="+mn-ea"/>
        <a:cs typeface="Mangal" pitchFamily="2" charset="0"/>
      </a:defRPr>
    </a:lvl3pPr>
    <a:lvl4pPr marL="1371600" algn="ctr" rtl="0" fontAlgn="base">
      <a:spcBef>
        <a:spcPct val="0"/>
      </a:spcBef>
      <a:spcAft>
        <a:spcPct val="0"/>
      </a:spcAft>
      <a:defRPr kern="1200">
        <a:solidFill>
          <a:schemeClr val="tx1"/>
        </a:solidFill>
        <a:latin typeface="Arial" charset="0"/>
        <a:ea typeface="+mn-ea"/>
        <a:cs typeface="Mangal" pitchFamily="2" charset="0"/>
      </a:defRPr>
    </a:lvl4pPr>
    <a:lvl5pPr marL="1828800" algn="ctr" rtl="0" fontAlgn="base">
      <a:spcBef>
        <a:spcPct val="0"/>
      </a:spcBef>
      <a:spcAft>
        <a:spcPct val="0"/>
      </a:spcAft>
      <a:defRPr kern="1200">
        <a:solidFill>
          <a:schemeClr val="tx1"/>
        </a:solidFill>
        <a:latin typeface="Arial" charset="0"/>
        <a:ea typeface="+mn-ea"/>
        <a:cs typeface="Mangal" pitchFamily="2" charset="0"/>
      </a:defRPr>
    </a:lvl5pPr>
    <a:lvl6pPr marL="2286000" algn="l" defTabSz="914400" rtl="0" eaLnBrk="1" latinLnBrk="0" hangingPunct="1">
      <a:defRPr kern="1200">
        <a:solidFill>
          <a:schemeClr val="tx1"/>
        </a:solidFill>
        <a:latin typeface="Arial" charset="0"/>
        <a:ea typeface="+mn-ea"/>
        <a:cs typeface="Mangal" pitchFamily="2" charset="0"/>
      </a:defRPr>
    </a:lvl6pPr>
    <a:lvl7pPr marL="2743200" algn="l" defTabSz="914400" rtl="0" eaLnBrk="1" latinLnBrk="0" hangingPunct="1">
      <a:defRPr kern="1200">
        <a:solidFill>
          <a:schemeClr val="tx1"/>
        </a:solidFill>
        <a:latin typeface="Arial" charset="0"/>
        <a:ea typeface="+mn-ea"/>
        <a:cs typeface="Mangal" pitchFamily="2" charset="0"/>
      </a:defRPr>
    </a:lvl7pPr>
    <a:lvl8pPr marL="3200400" algn="l" defTabSz="914400" rtl="0" eaLnBrk="1" latinLnBrk="0" hangingPunct="1">
      <a:defRPr kern="1200">
        <a:solidFill>
          <a:schemeClr val="tx1"/>
        </a:solidFill>
        <a:latin typeface="Arial" charset="0"/>
        <a:ea typeface="+mn-ea"/>
        <a:cs typeface="Mangal" pitchFamily="2" charset="0"/>
      </a:defRPr>
    </a:lvl8pPr>
    <a:lvl9pPr marL="3657600" algn="l" defTabSz="914400" rtl="0" eaLnBrk="1" latinLnBrk="0" hangingPunct="1">
      <a:defRPr kern="1200">
        <a:solidFill>
          <a:schemeClr val="tx1"/>
        </a:solidFill>
        <a:latin typeface="Arial" charset="0"/>
        <a:ea typeface="+mn-ea"/>
        <a:cs typeface="Mangal" pitchFamily="2"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5" autoAdjust="0"/>
    <p:restoredTop sz="94728" autoAdjust="0"/>
  </p:normalViewPr>
  <p:slideViewPr>
    <p:cSldViewPr>
      <p:cViewPr varScale="1">
        <p:scale>
          <a:sx n="58" d="100"/>
          <a:sy n="58" d="100"/>
        </p:scale>
        <p:origin x="964" y="5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51D4B9D7-E819-4EAB-AD0D-03B016D517A2}" type="datetimeFigureOut">
              <a:rPr lang="en-US" smtClean="0"/>
              <a:t>1/15/2025</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E02A1A00-22B8-409C-84BC-C977D482EE2C}"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384" units="cm"/>
          <inkml:channel name="Y" type="integer" max="11100" units="cm"/>
          <inkml:channel name="F" type="integer" max="4096" units="dev"/>
          <inkml:channel name="T" type="integer" max="2.14748E9" units="dev"/>
        </inkml:traceFormat>
        <inkml:channelProperties>
          <inkml:channelProperty channel="X" name="resolution" value="627.3139" units="1/cm"/>
          <inkml:channelProperty channel="Y" name="resolution" value="637.93103" units="1/cm"/>
          <inkml:channelProperty channel="F" name="resolution" value="0" units="1/dev"/>
          <inkml:channelProperty channel="T" name="resolution" value="1" units="1/dev"/>
        </inkml:channelProperties>
      </inkml:inkSource>
      <inkml:timestamp xml:id="ts0" timeString="2021-09-17T09:14:42.815"/>
    </inkml:context>
    <inkml:brush xml:id="br0">
      <inkml:brushProperty name="width" value="0.05292" units="cm"/>
      <inkml:brushProperty name="height" value="0.05292" units="cm"/>
      <inkml:brushProperty name="color" value="#FF0000"/>
    </inkml:brush>
  </inkml:definitions>
  <inkml:trace contextRef="#ctx0" brushRef="#br0">6105 7913 841 0,'0'0'0'0,"0"0"0"0,-30-10 0 0,21 7 37 0,6 1-37 16,3 2 37-16,-9-3-37 0,9 3 67 0,0 0-67 16,0 0 67-16,0 0-67 0,0 0-2 0,0 0 2 15,0 0-2-15,0 0 2 0,0 0-2 0,0 0 2 0,0 0-1 16,-2 8 1-16,-1-1 104 0,-1 2-104 15,2-4 104-15,-1 2-104 0,-1-1 145 0,-1 3-145 0,2 3 146 16,-6 0-146-16,0 4 132 0,0-4-132 0,1-4 133 16,-1 1-133-16,-3 1 95 0,-2-1-95 0,2-4 95 15,-6 2-95-15,1 1 71 0,-8-1-71 0,6 0 72 16,3 2-72-16,-7-4 44 0,-1 2-44 0,1-6 45 16,2 3-45-16,0-1 75 0,-1 1-75 0,1-4 76 15,0 1-76-15,0 1-2 0,-2-2 2 0,2 0-2 16,-5 0 2-16,0 0 31 0,-4-2-31 0,4 2 31 15,1-1-31-15,-3-3-7 0,-1 1 7 0,-1-1-6 16,-5-1 6-16,5 0 1 0,-3-2-1 0,10 2 2 0,6 1-2 16,-8 1 12-16,3-2-12 0,4 1 12 0,3 1-12 15,1 0-1-15,-4-3 1 0,2 3-1 0,6 0 1 16,-2-4 39-16,-4 2-39 0,5-4 39 0,-1 2-39 0,0-1-21 16,-2-1 21-16,5 2-21 0,6 2 21 15,-6-2 43-15,4 0-43 0,1 2 44 0,1-3-44 0,-2 1 0 16,-1-2 0-16,6 9 1 0,-8-10-1 0,8 10 35 15,0-11-35-15,0 11 35 0,0 0-35 0,0 0-53 16,0 0 53-16,0 0-53 0,0 0 53 0,0 0 41 16,8-3-41-16,-8 3 41 0,9 2-41 0,-4 5-28 0,4 3 28 15,-4 2-28-15,2 0 28 0,2 9 8 0,0-3-8 16,-4 3 9-16,2 3-9 0,-2 0-15 0,0 4 15 16,2 1-15-16,-1 5 15 0,-3-1 6 0,-1 6-6 15,-2 6 7-15,0 4-7 0,3 0-5 0,-3 2 5 0,4-3-4 16,-1-2 4-16,-3 4 9 0,0 2-9 0,2 3 10 15,2 3-10-15,-1 14 0 0,-1 5 0 0,1-18 0 16,-3-11 0-16,0 12 41 0,4 10-41 0,-2-3 41 16,-2 9-41-16,0-8-20 0,-2-4 20 0,2-13-19 15,0-8 19-15,0 21 6 0,2 9-6 0,-2-4 7 16,-2 1-7-16,2-1-1 0,0-5 1 0,0-13-1 16,0-6 1-16,0 22 0 0,5 13 0 0,-1-11 0 15,-3 0 0-15,3-6 0 0,-1 4 0 0,-3 5 0 16,-3 0 0-16,-1 0 6 0,-1-1-6 0,2-4 7 15,1-4-7-15,2 4 1 0,0 2-1 0,-4-1 2 16,-1 3-2-16,-2-4 9 0,2-1-9 0,-2-11 10 0,2-7-10 16,-1 19 0-16,-1 14 0 0,2-14 0 0,-7 0 0 15,7-2 0-15,0-3 0 0,1 3 0 0,-3-1 0 16,-3 3 0-16,-3-4 0 0,8-11 1 0,2-13-1 0,-3 9 0 16,6-2 0-16,-3 6 1 0,3 1-1 15,-5-3 0-15,-4 1 0 0,2-1 0 0,2-4 0 0,-4-1 2 16,2 1-2-16,2 4 2 0,-4 0-2 0,4 12 1 15,-4 6-1-15,2-21 2 0,2-10-2 0,-2-4 18 16,5-2-18-16,-1-7 18 0,3-7-18 0,0 5-1 16,3-4 1-16,-6 4-1 0,-1 2 1 0,4 2 3 15,4 6-3-15,-4-9 4 0,0-8-4 0,3 9 7 0,-3 2-7 16,2-6 7-16,1-1-7 0,1 2 0 0,1 1 0 16,-2-8 1-16,-3-9-1 0,4 5-1 0,1 1 1 15,-1-1-1-15,1 2 1 0,4-2 0 0,-1 4 0 0,-2-5 0 16,-3-2 0-16,9-2 0 0,1 3 0 0,-3-1 0 15,-1 0 0-15,8 2-2 0,8-1 2 0,-4-1-1 16,-2-2 1-16,5 2 7 0,6-4-7 0,-4-1 7 16,1-2-7-16,6 2-4 0,2-2 4 0,3 0-3 15,2 0 3-15,2 0 27 0,-7 2-27 0,-2-2 27 16,-1 0-27-16,1 0-18 0,2 3 18 0,0-6-18 16,0 1 18-16,3 2 28 0,1 0-28 0,-4 0 28 15,-2 0-28-15,2 2-6 0,0 1 6 0,-9-3-6 16,0 0 6-16,4 0 5 0,-4 0-5 0,-5 0 5 15,-4 0-5-15,8 2-4 0,-2-1 4 0,-2 1-3 16,0-2 3-16,-21 0-1 0,0 0 1 0,22 2 0 16,5 3 0-16,-27-5-14 0,0 0 14 0,24 0-13 0,-3 5 13 15,-21-5-2-15,0 0 2 0,17 5-1 0,-3 0 1 16,-14-5-90-16,0 0 90 0,13 6-89 0,-5-3 89 16,-8-3-209-16,0 0 209 0,0 0-209 0,9 10 209 15,-4 1-1513-15</inkml:trace>
  <inkml:trace contextRef="#ctx0" brushRef="#br0" timeOffset="37159">3260 5358 684 0,'0'0'0'0,"0"0"0"0,0 0 0 0,0 0-70 16,0 0 70-16,0 0-69 0,0 0 69 0,0 0-81 0,0 0 81 15,0 0-80-15,9 27 80 0,-9-27 116 0,0 0-116 16,3 33 116-16,3 7-116 0,-6-40 33 0,0 0-33 16,3 51 34-16,1 13-34 0,-4-64 86 0,0 0-86 15,1 75 86-15,-1 4-86 0,0-79 100 0,0 0-100 0,-1 120 101 16,-3 26-101-16,4-146 128 16,0 0-128-16,-5 154 128 0,5 13-128 0,0-167 126 0,0 0-126 0,-4 177 127 15,1 12-127-15,3-189 44 0,0 0-44 0,3 223 45 16,1 24-45-16,-4-247 66 0,0 0-66 0,0 261 66 15,0 17-66-15,0-278 84 0,0 0-84 0,0 274 84 16,-4 3-84-16,4-277 0 0,0 0 0 0,-3 255 0 16,-6-8 0-16,9-247 0 0,0 0 0 0,-5 232 0 15,-2-19 0-15,7-213 46 0,0 0-46 0,-5 197 47 16,-4-15-47-16,9-182 52 0,0 0-52 0,-5 158 52 16,-2-22-52-16,7-136 49 0,0 0-49 0,-9 130 49 15,-1-15-49-15,10-115 15 0,0 0-15 0,-13 93 16 0,1-18-16 16,12-75 3-16,0 0-3 0,-9 53 4 0,-5-20-4 15,14-33 37-15,0 0-37 0,-12 28 37 0,0-13-37 16,12-15-45-16,0 0 45 0,-23 3-45 0,-7-9 45 16,30 6-27-16,0 0 27 0,-26-33-27 0,-3-15 27 0,29 48-26 15,0 0 26-15,-30-70-26 0,4-25 26 16,26 95 12-16,0 0-12 0,-21-94 13 0,7-6-13 0,14 100 0 16,0 0 0-16,-9-99 0 0,5-3 0 0,4 102 0 15,0 0 0-15,-5-82 0 0,2 15 0 0,3 67-3 16,0 0 3-16,0-48-3 0,0 21 3 0,0 27-3 15,0 0 3-15,3-21-3 0,-3 18 3 16,0 3-59-16,0 0 59 0,9 1-59 0,5 13 59 0,-14-14 1 0,0 0-1 16,14 33 1-16,7 18-1 0,-21-51-8 0,0 0 8 15,33 76-8-15,6 27 8 0,-39-103-5 0,0 0 5 0,38 106-5 16,2 18 5-16,-40-124-21 0,0 0 21 0,33 108-21 16,2-2 21-16,-35-106 27 0,0 0-27 0,32 88 27 15,-3-13-27-15,-29-75 30 0,0 0-30 0,25 58 30 16,-8-18-30-16,-17-40 0 0,0 0 0 0,14 26 1 15,-1-14-1-15,-13-12 6 0,0 0-6 0,12 7 7 16,-3-14-7-16,-9 7 32 0,0 0-32 0,10-21 33 16,2-10-33-16,-12 31 44 0,0 0-44 0,4-51 44 15,1-14-44-15,-5 65-15 0,0 0 15 0,3-90-14 16,3-20 14-16,-6 110 7 0,0 0-7 0,0-79 8 16,3 13-8-16,-3 66-45 0,0 0 45 0,0-40-45 15,0 19 45-15,0 21-174 0,0 0 174 0,0-15-173 0,0 6 173 16,0-15-1265-16</inkml:trace>
  <inkml:trace contextRef="#ctx0" brushRef="#br0" timeOffset="43374.8">6672 8978 662 0,'0'0'0'16,"0"0"0"-16,0-16 0 0,9 16 157 0,0 4-157 0,3-4 158 16,-3 3-158-16,5 2 157 0,3-5-157 0,1 4 157 15,3-4-157-15,0 0 116 0,0 0-116 0,-7 0 117 16,-2 0-117-16,-2 0 39 0,3 0-39 0,4-4 40 15,4 4-40-15,3-5 61 0,-1 2-61 0,-5-1 62 16,-6-1-62-16,5 1 2 0,1 4-2 0,6-3 3 16,-1 3-3-16,7 0 10 0,-1 0-10 0,-2 0 10 15,-5 0-10-15,8 0 50 0,0 3-50 0,-8-3 51 16,-1 0-51-16,6-3 6 0,-1 3-6 0,3-3 7 16,5 1-7-16,1 2 22 0,-2 2-22 0,-7 1 22 15,-5-3-22-15,10 0 22 0,4 0-22 0,4 0 23 0,3 3-23 16,-4-3 32-16,2 2-32 0,-1 0 33 0,-1-2-33 15,1-2 2-15,-4 0-2 0,3 2 2 0,6 0-2 0,-2 0 33 16,1-3-33-16,1 0 33 0,0 1-33 0,1 0-1 16,-1 2 1-16,3 0-1 0,0 0 1 0,0-2 6 15,-3 1-6-15,0-1 6 0,-2 2-6 0,1 2 9 16,1 1-9-16,0 1 9 0,-2-1-9 0,1 0 3 16,3-3-3-16,-15 4 4 0,-1 1-4 0,10-1 13 15,5-3-13-15,4 3 13 0,6-1-13 0,-7 1 14 16,3-1-14-16,-4 2 15 0,-3-1-15 0,3-3 44 15,0 3-44-15,2-1 45 0,2 1-45 0,0-3 0 16,-8 3 0-16,4-1 0 0,1 1 0 0,-1-1 1 0,5-3-1 16,-1 0 2-16,5 0-2 0,14 2 2 0,7-1-2 15,-9 1 2-15,-4-2-2 0,-8 4 24 0,-12-4-24 16,7 3 25-16,1-3-25 0,0 0-2 0,1 0 2 0,-3 2-2 16,1 1 2-16,10 4 3 0,7-2-3 0,-12 2 4 15,-7-4-4-15,14 6-17 0,7-4 17 0,-18 2-17 16,-8-2 17-16,2 2 7 0,1-3-7 0,0 1 8 15,0 2-8-15,18 1 0 0,13-1 0 0,-25 2 0 16,-8-4 0-16,1 2 37 0,-1-1-37 0,-1 3 38 16,3 0-38-16,18 3 2 0,11-4-2 0,-20 1 2 15,-12 1-2-15,7-3 15 0,-4 2-15 0,0-6 16 16,2 2-16-16,16 4-1 0,8-1 1 0,-8-3 0 16,-1-3 0-16,-11 2 3 0,-8-8-3 0,-1 4 4 15,-1 0-4-15,8-2-18 0,0-3 18 0,-2 4-18 16,1-3 18-16,-1 4 49 0,-3 4-49 0,-1-8 50 0,-5-1-50 15,4 2-28-15,3 3 28 0,-3-4-28 0,-2 4 28 16,-2-5 35-16,2 2-35 0,-5 3 36 0,-1 1-36 16,-1-1-44-16,-2 0 44 0,-8 2-43 0,-4 0 43 0,3 1 31 15,2 1-31-15,-8-4 31 0,-6 1-31 0,2 3-113 16,2-1 113-16,-7 1-113 0,-8-4 113 0,-1 0-292 16,9 3 292-16,-9-3-292 0,0 0 292 0,0 0-1118 15</inkml:trace>
  <inkml:trace contextRef="#ctx0" brushRef="#br0" timeOffset="45587.33">6204 5034 583 0,'0'0'0'0,"44"-24"0"16,27-9 0-16,-71 33 183 0,0 0-183 0,83-55 183 16,20-17-183-16,-103 72 80 0,0 0-80 0,104-63 81 15,15-4-81-15,-119 67 96 0,0 0-96 0,112-60 96 16,-4 1-96-16,-108 59 5 0,0 0-5 0,100-60 5 0,-2 5-5 16,-98 55 20-16,0 0-20 0,70-44 20 0,-14 8-20 15,-56 36 71-15,0 0-71 0,38-25 72 0,-17 12-72 0,-21 13 59 16,0 0-59-16,-12 0 59 0,-23 13-59 0,35-13-7 15,0 0 7-15,-70 33-6 0,-28 19 6 0,98-52-72 16,0 0 72-16,-124 63-71 0,-26 13 71 0,150-76-50 16,0 0 50-16,-164 99-49 0,-18 16 49 0,182-115-36 15,0 0 36-15,-194 115-36 0,-12 7 36 0,206-122 59 16,0 0-59-16,-171 113 60 0,15 1-60 0,156-114-57 0,0 0 57 16,-115 75-56-16,36-23 56 0,79-52 25 0,0 0-25 15,-52 36 26-15,27-21-26 0,25-15-34 0,0 0 34 16,12-10-33-16,32-23 33 0,-44 33 42 0,0 0-42 15,81-57 42-15,32-21-42 0,-113 78 18 0,0 0-18 0,129-79 19 16,25-9-19-16,-154 88 30 0,0 0-30 0,168-110 30 16,22-10-30-16,-190 120-26 0,0 0 26 0,201-111-26 15,14-3 26-15,-215 114 54 0,0 0-54 0,203-108 54 16,-8-3-54-16,-195 111 0 0,0 0 0 0,172-88 0 16,-26 18 0-16,-146 70 51 0,0 0-51 0,116-55 52 15,-31 19-52-15,-85 36 41 0,0 0-41 0,58-26 42 16,-32 16-42-16,-26 10 10 0,0 0-10 0,19-9 10 15,-10 6-10-15,-9 3 39 0,0 0-39 0,-12 12 40 16,-21 7-40-16,33-19 0 0,0 0 0 0,-53 32 0 16,-25 11 0-16,78-43-175 0,0 0 175 0,-77 64-175 0,-17 15 175 15,-78 61-983-15</inkml:trace>
  <inkml:trace contextRef="#ctx0" brushRef="#br0" timeOffset="100521.75">13277 5180 1244 0,'0'0'0'0,"7"0"0"15,3 0 0-15,-1-4 108 0,-2 1-108 0,1 1 108 0,1-1-108 16,0 3 124-16,0 0-124 0,5-4 125 0,3 4-125 15,4 0 116-15,4 0-116 0,1 0 116 0,3 0-116 0,1 0 87 16,0-3-87-16,1 3 87 0,-4 0-87 0,6 3 161 16,-2-3-161-16,6 0 162 0,7 0-162 0,-1 0 82 15,8 0-82-15,1 0 83 0,4 0-83 0,0 0 77 16,2 0-77-16,-1 0 77 0,5-3-77 0,16 3 11 16,17 0-11-16,-6 0 11 0,2 0-11 0,-1 0 23 15,-1-5-23-15,1 1 24 0,2 1-24 0,-1-3 6 16,3 6-6-16,1-3 7 0,-3 3-7 0,3-3 32 0,-3 3-32 15,3 0 33-15,-5-6-33 0,5 3 26 16,1 0-26-16,-7-3 26 0,2 3-26 0,0 0 9 0,3-3-9 16,-8 3 9-16,-8 3-9 0,-1-3 19 0,-10 3-19 0,1-4 20 15,-4-1-20-15,-4 2 8 0,-11 3-8 16,-11-4 8-16,-12 1-8 0,4 1 0 0,-2-1 0 0,-11-1 0 16,-8 4 0-16,2 0 0 0,1 0 0 0,-5 0 0 15,-2 0 0-15,-5 0 43 0,4-3-43 0,-4 3 43 16,0 0-43-16,0 0 12 0,-9-9-12 0,-3 2 13 15,-9-1-13-15,-6-1 1 0,-4 1-1 0,-2 1 1 16,-2 1-1-16,-4 3-33 0,1 0 33 0,-4 3-33 16,2-4 33-16,-2 2 11 0,2 1-11 0,10 1 11 15,6 0-11-15,-6 0-7 0,-2 1 7 0,6-1-7 16,2 0 7-16,1 0-25 0,-3-1 25 0,17 1-24 16,9 0 24-16,0 0-2 0,0 0 2 0,0 0-2 15,0 0 2-15,0 0-39 0,0 0 39 0,11 0-38 0,8-2 38 16,7 2 0-16,9-3 0 0,-9 3 1 0,4 0-1 15,1 3-3-15,3 2 3 0,0 2-3 0,0-4 3 16,-3 6 1-16,1 0-1 0,-13-6 2 0,-7 1-2 0,-1-1 0 16,-3 2 0-16,-4 2 1 0,-4 2-1 0,-4 3 2 15,-4 0-2-15,-6 3 3 0,-9 0-3 0,2 3-13 16,-4-6 13-16,3 0-12 0,-3-4 12 0,-1 3-170 16,0 1 170-16,8-4-170 0,3-4 170 0,-5-1-368 15,-1 2 368-15,6 2-367 0,2-5 367 0,-14 8-1242 16</inkml:trace>
  <inkml:trace contextRef="#ctx0" brushRef="#br0" timeOffset="101076.99">17884 4457 1457 0,'0'0'0'0,"0"0"0"0,0 0 0 0,0 0 136 16,7 21-136-16,-4-9 137 0,1 0-137 0,1 7 107 16,4 6-107-16,-2 1 107 0,-2-5-107 0,7 8 39 15,6 2-39-15,-1 24 39 0,2 12-39 0,-19-67-5 16,0 0 5-16,21 60-5 0,4 0 5 0,-25-60 84 15,0 0-84-15,31 51 84 0,8-5-84 0,-39-46 135 0,0 0-135 16,38 38 136-16,4-7-136 0,-42-31 94 16,0 0-94-16,35 19 94 0,-2-7-94 0,-33-12 47 0,0 0-47 15,37 0 47-15,-2-7-47 0,-35 7 52 0,0 0-52 16,36-19 53-16,-4-5-53 0,-32 24 18 0,0 0-18 16,30-41 18-16,-6-19-18 0,-24 60 2 0,0 0-2 0,23-77 2 15,-2-16-2-15,-21 93-2 0,0 0 2 0,10-84-1 16,-6 5 1-16,-4 79 1 0,0 0-1 0,-4-70 2 15,-6 10-2-15,10 60-89 0,0 0 89 0,-12-45-89 16,-2 19 89-16,14 26-294 0,0 0 294 0,-13-17-293 16,5 5 293-16,-15-15-1452 0</inkml:trace>
  <inkml:trace contextRef="#ctx0" brushRef="#br0" timeOffset="101490.84">18873 4955 1446 0,'0'0'0'0,"7"12"0"0,7 10 0 16,-14-22 140-16,0 0-140 0,7 21 141 0,-2 3-141 0,-5-24 96 15,0 0-96-15,3 20 97 0,-6 3-97 0,3-23 59 16,0 0-59-16,-2 17 60 0,-1-5-60 0,3-12 63 15,0 0-63-15,-6 10 64 0,5-5-64 0,1-5 59 0,0 0-59 16,0 0 60-16,12-14-60 0,-12 14 64 16,0 0-64-16,14-15 64 0,5-9-64 0,-19 24 13 0,0 0-13 15,23-31 13-15,6-5-13 0,-29 36 4 0,0 0-4 16,30-43 4-16,7-1-4 0,-37 44 60 0,0 0-60 0,37-37 60 16,1 10-60-16,-38 27 54 0,0 0-54 0,35-7 55 15,-2 14-55-15,-33-7 23 0,0 0-23 0,30 24 24 16,-2 12-24-16,-28-36 0 0,0 0 0 0,26 36 0 15,-2 12 0-15,-24-48-1 0,0 0 1 0,23 47 0 16,5-3 0-16,-28-44-2 0,0 0 2 0,28 43-1 16,0-3 1-16,-28-40-120 0,0 0 120 0,26 27-119 15,0-6 119-15,-26-21-164 0,0 0 164 0,28 5-164 16,0-10 164-16,-1-2-321 0,-6-10 321 0,-4 5-320 16,-7-4 320-16,18-11-994 0</inkml:trace>
  <inkml:trace contextRef="#ctx0" brushRef="#br0" timeOffset="101662.96">19783 4668 1435 0,'0'0'0'0,"5"16"0"0,4 8 0 0,3 3 190 16,2 6-190-16,2-2 190 0,-6 1-190 0,6 1 84 16,-4 5-84-16,-3-14 84 0,-5-9-84 0,-4-15 33 15,0 0-33-15,13 29 33 0,0 7-33 0,-13-36-82 16,0 0 82-16,14 28-82 0,-2-1 82 0,0-3-335 15,-1-5 335-15,-6-7-334 0,-3-9 334 0,5 15-769 16</inkml:trace>
  <inkml:trace contextRef="#ctx0" brushRef="#br0" timeOffset="101829.23">19689 4263 1547 0,'0'0'0'0,"-4"16"0"16,2 4 0-16,-1-1-297 0,-1 2 297 0,1-4-296 15,-2-5 296-15,-4 19-582 0</inkml:trace>
  <inkml:trace contextRef="#ctx0" brushRef="#br0" timeOffset="102349.34">20795 4926 1703 0,'0'0'0'0,"-13"-12"0"0,-2-4 0 0,13 4 185 15,5 5-185-15,-1-1 186 0,2-4-186 0,-6 0 163 16,-2-4-163-16,-8-4 163 0,-9-3-163 0,-3 6 11 16,-4 2-11-16,3-1 11 0,3 8-11 0,-8-1-17 0,-2 6 17 15,1-4-17-15,-1 5 17 0,1-1 1 0,1 3-1 16,13 0 1-16,1 0-1 0,-1 3-49 0,3 2 49 16,-2 2-48-16,2 2 48 0,0 6-3 0,2 2 3 15,5-5-3-15,2-1 3 0,3 6-17 0,2 5 17 0,7 2-17 16,5 0 17-16,0 0 0 0,4-3 0 0,0-6 1 15,-1-3-1-15,5 0 25 0,1-5-25 0,3 2 26 16,2-6-26-16,4 6 54 0,1-6-54 0,-3 0 54 16,-1-1-54-16,2-2 47 0,6 0-47 0,-9 0 48 15,1-2-48-15,2 2 71 0,1 2-71 0,-9-2 72 16,-7-2-72-16,2 2 87 0,-2 2-87 0,-6 2 87 16,-4-4-87-16,-4 0 53 0,10 12-53 0,-6-6 53 15,-4 7-53-15,-4 0 19 0,3 10-19 0,-3-3 20 16,-5 8-20-16,1 8 7 0,-5 3-7 0,5-3 8 15,-4 4-8-15,3-1 3 0,0 4-3 0,0-16 4 16,2-3-4-16,2 2-31 0,2 0 31 0,-1-5-31 0,2-3 31 16,1 3-183-16,1-4 183 0,0-6-182 0,0-6 182 15,0-5-278-15,0 7 278 0,0-7-278 0,0 0 278 16,0 0-1378-16</inkml:trace>
  <inkml:trace contextRef="#ctx0" brushRef="#br0" timeOffset="102774.21">21092 4776 1871 0,'0'0'0'15,"0"43"0"-15,0 27 0 0,3-9 170 0,2 2-170 0,-3-18 170 16,2-11-170-16,-1 5 184 0,-3 1-184 15,2-4 185-15,0-9-185 0,-1 6 46 0,-1 3-46 0,2-19 46 16,0-10-46-16,1 5 18 0,1-5-18 0,-1-2 18 16,-1-1-18-16,-2-4 72 0,10 8-72 0,-10-8 73 15,0 0-73-15,9-5 42 0,7-2-42 0,1-13 43 16,4-15-43-16,0 6 33 0,0-5-33 0,-3 5 33 16,-1-2-33-16,2-2-1 0,-1 2 1 0,-1 2 0 15,-1 3 0-15,2 1 5 0,-1 2-5 0,-5 8 6 16,-1 6-6-16,1-3-5 0,-2 4 5 0,-3 4-4 15,-3 1 4-15,3 6-25 0,2 1 25 0,-9-4-24 16,10 12 24-16,-5 3-31 0,-1 2 31 0,-2 6-31 16,-2 4 31-16,0 6 0 0,-2-3 0 0,2 0 0 0,0-10 0 15,2 6-95-15,-2 7 95 0,3-13-95 0,1-1 95 16,1 2-217-16,2-1 217 0,-4-8-216 0,1-8 216 16,3 3-274-16,2-4 274 0,-1-1-273 0,1-4 273 0,10-5-87 15,2-5 87-15,2-8-87 0,3-5 87 0,-1 1-237 16,-3 2 237-16,-4 2-237 0,-6 8 237 0,18-19-688 15</inkml:trace>
  <inkml:trace contextRef="#ctx0" brushRef="#br0" timeOffset="103094.98">21761 5089 415 0,'0'0'0'0,"-6"8"0"0,-2 11 0 0,4-10 411 16,2-6-411-16,2-3 412 0,4-15-412 0,3 3 171 15,5 3-171-15,-3 2 172 0,0 2-172 0,6 2 85 0,3-1-85 16,5 4 86-16,1 0-86 0,2 0 37 0,0 0-37 16,2 0 38-16,4 0-38 0,-4 0 4 0,0-7-4 15,-6 6 4-15,-4-6-4 0,6 2 115 0,4-7-115 16,-10 1 116-16,-4 3-116 0,2-10 96 0,-1 3-96 15,-8 0 97-15,-5 3-97 0,-4-4 115 0,-5 1-115 0,-10 3 115 16,-8-5-115-16,1 13 103 0,-8 8-103 0,1-4 103 16,-7 5-103-16,3 2-18 0,-4 6 18 0,9-6-18 15,8 2 18-15,-3 3 6 0,4 3-6 16,4-6 7-16,5 1-7 0,12-10-42 0,0 0 42 0,-6 21-42 16,10-1 42-16,-4-20 22 0,0 0-22 0,17 24 22 15,15 2-22-15,-32-26-22 0,0 0 22 0,50 24-22 16,20 0 22-16,-70-24 10 0,0 0-10 0,102 24 10 15,23 0-10-15,-125-24 9 0,0 0-9 0,125 17 10 16,4-3-10-16,-129-14-56 0,0 0 56 0,112 5-56 16,-9-5 56-16,-103 0-180 0,0 0 180 0,84-3-179 15,-22-2 179-15,-62 5-432 0,0 0 432 0,42-7-432 0,-22 2 432 16,41-6-801-16</inkml:trace>
  <inkml:trace contextRef="#ctx0" brushRef="#br0" timeOffset="103580.48">17239 5754 1681 0,'0'0'0'0,"18"11"0"15,4 8 0-15,-22-19 155 0,0 0-155 0,37 15 155 16,15 1-155-16,-52-16 60 0,0 0-60 0,69 12 60 16,21 0-60-16,-90-12 3 0,0 0-3 0,140 5 4 15,40-2-4-15,-180-3 12 0,0 0-12 0,206-5 12 16,27-2-12-16,-233 7 83 0,0 0-83 0,272-15 84 15,37-2-84-15,-309 17 113 0,0 0-113 0,334-16 114 16,26-3-114-16,-360 19 56 0,0 0-56 0,355-8 56 16,3-1-56-16,-358 9 46 0,0 0-46 0,335-7 47 15,-15 5-47-15,-320 2 0 0,0 0 0 0,295 0 0 16,-22 2 0-16,-273-2 3 0,0 0-3 0,248 7 4 0,-26-2-4 16,-222-5 0-16,0 0 0 0,180 7 0 0,-35-5 0 15,-145-2 17-15,0 0-17 0,110 0 17 0,-33-2-17 16,-77 2 1-16,0 0-1 0,47-9 1 0,-33 3-1 0,-14 6-206 15,0 0 206-15,-23-16-206 0,-36-8 206 0,59 24-240 16,0 0 240-16,-88-20-240 0,-27-3 240 0,115 23-342 16,0 0 342-16,-136-17-342 0,-28 2 342 0,-135-21-761 15</inkml:trace>
  <inkml:trace contextRef="#ctx0" brushRef="#br0" timeOffset="103970.43">17611 5878 1278 0,'0'0'0'0,"21"0"0"16,16-7 0-16,-21 7 150 0,-9 0-150 0,-7 0 151 15,7 10-151-15,-2-1 90 0,-5-4-90 0,17 2 91 16,6-2-91-16,12-1 57 0,10-1-57 0,6-3 58 15,12-3-58-15,9-1 0 0,6 2 0 0,31-4 1 16,18-3-1-16,-3 6 38 0,5-6-38 0,2 0 39 16,2-1-39-16,2 2 5 0,1-4-5 0,6 0 6 15,4 0-6-15,10 0 109 0,8-4-109 0,-3 7 110 0,0-1-110 16,6 2 57-16,4-1-57 0,-10-1 57 0,-7 1-57 16,1 1 77-16,-3 1-77 0,-7 2 77 0,-12-2-77 15,-2 10 63-15,-7 6-63 0,-5-9 63 0,-9-2-63 16,0 2 0-16,-7 0 0 0,-10 0 0 0,-13 5 0 0,-5 2 64 15,-6 2-64-15,-10-9 64 0,-12 0-64 0,0 0 26 16,-10 0-26-16,-21 0 26 0,-16-4-26 0,0 4-59 16,12-5 59-16,-12 5-59 0,0-15 59 0,-4 4-390 15,-1-2 390-15,-12 1-390 0,-4-7 390 0,-19-14-1237 16</inkml:trace>
  <inkml:trace contextRef="#ctx0" brushRef="#br0" timeOffset="-14959.76">7219 7203 561 0,'0'0'0'0,"14"0"0"0,11 2 0 0,-4-2 180 16,1 0-180-16,-4-2 181 0,-4 0-181 0,5 1 73 0,4 1-73 15,1-4 73-15,4 1-73 0,0 1 83 0,4-1-83 0,1 3 83 16,2-4-83-16,0 4 13 0,3 0-13 0,-3-3 13 16,0-3-13-16,0 3 48 0,2-6-48 15,-3 6 48-15,1 0-48 0,-1-1 55 0,1 2-55 0,-4 1 56 16,-1 1-56-16,3 0 59 0,7-2-59 0,2 2 59 15,2 0-59-15,-2 0 27 0,-2 0-27 0,2-3 27 16,-4 3-27-16,2 0 6 0,-6 0-6 0,-6 0 7 16,-4 0-7-16,11 0 0 0,3 0 0 0,10-4 0 15,-1 1 0-15,2-2 61 0,1-2-61 0,1 2 62 16,-2-1-62-16,2 3 62 0,-1-4-62 0,-18 4 62 16,-11-1-62-16,17-1 47 0,6 0-47 0,6-2 47 15,6-1-47-15,-3 1 16 0,-4 2-16 0,-2-2 17 0,-2 1-17 16,2 3 0-16,1 3 0 0,-3-3 1 0,-3 3-1 15,0 0 7-15,-4 0-7 0,3 3 8 0,-3-3-8 16,-5 3 2-16,4-3-2 0,0 6 3 0,-3 1-3 0,1-6 10 16,0 3-10-16,0 3 11 0,-1 1-11 0,0 1 4 15,-4 1-4-15,-4-5 4 0,-10-1-4 0,10-1 31 16,-3 0-31-16,7-1 31 0,-4 2-31 0,4-4-1 16,-1 3 1-16,-9-3-1 0,-5 2 1 0,11-1 47 15,-1 1-47-15,6-2 47 0,8 0-47 0,-8-2 1 16,6-1-1-16,-11 3 1 0,-5 0-1 0,5-3 37 15,1 3-37-15,4 0 38 0,2-4-38 0,0 4 0 16,2 4 0-16,-7-4 1 0,-3 0-1 0,8 3-17 0,4-3 17 16,-4 0-16-16,-3 0 16 0,1 3 8 0,2 3-8 15,2-6 9-15,-2 3-9 0,2-3 0 0,0 0 0 16,-5 2 1-16,-7 1-1 0,10 1 13 0,2-4-13 0,0 3 14 16,0-3-14-16,0 0-8 0,3 0 8 0,-5 0-7 15,-3 2 7-15,5 1 1 0,-4 1-1 0,2-1 1 16,-3-3-1-16,2 2-5 0,3 1 5 0,1 1-4 15,-1-1 4-15,4 0-1 0,-1-3 1 0,-10 4-1 16,-3-2 1-16,4 1-3 0,3-3 3 0,1 4-3 16,2-4 3-16,-4 1 0 0,-1 1 0 0,-2 0 1 15,-2 1-1-15,4 1-2 0,6-4 2 0,1 1-1 16,2-1 1-16,1 2 3 0,-2 0-3 0,-6 1 3 16,-4-3-3-16,3 4 7 0,1-4-7 0,-4 0 8 15,-2 1-8-15,3 3-1 0,3 3 1 0,-2-6-1 16,-4 3 1-16,7-1 8 0,-3 1-8 0,1-1 8 0,-5-3-8 15,4 3 8-15,1-1-8 0,-3 2 8 0,0-4-8 16,0 0-4-16,-1 3 4 0,-6-3-3 0,-4 0 3 16,2 0-3-16,6 0 3 0,-3 0-3 0,-1 2 3 15,6-2-3-15,0 0 3 0,-7 0-3 0,-3 1 3 0,4 1 12 16,4-2-12-16,-11 4 12 0,-6-4-12 0,8 0-2 16,2 0 2-16,-5 3-2 0,-4-3 2 0,5 3 0 15,2 3 0-15,-7-6 0 0,-6 0 0 0,2 3-36 16,1-3 36-16,-6 0-35 0,7 9 35 0,-4-1-1633 15</inkml:trace>
  <inkml:trace contextRef="#ctx0" brushRef="#br0" timeOffset="-12452.61">14816 6784 382 0,'0'0'0'0,"0"0"0"0,43-5 0 0,-37 5 194 0,-12 0-194 15,6 0 195-15,-8 3-195 0,8-3 174 0,0 0-174 0,0 0 174 16,0 0-174-16,0 0 126 0,0 0-126 15,5 6 127-15,7 0-127 0,-12-6 76 0,0 0-76 0,21 9 77 16,7-2-77-16,-28-7 70 0,0 0-70 0,33 5 70 16,2-1-70-16,-35-4 53 0,0 0-53 0,42 1 53 15,5 1-53-15,-47-2 0 0,0 0 0 0,53 2 0 16,3-2 0-16,-56 0 6 0,0 0-6 0,59 0 7 16,6 0-7-16,-65 0 61 0,0 0-61 0,84 3 61 15,10-6-61-15,-94 3 0 0,0 0 0 0,96-2 0 16,4 0 0-16,-100 2 8 0,0 0-8 0,99-1 9 15,-4-6-9-15,-95 7 5 0,0 0-5 0,99-5 5 16,1 1-5-16,-100 4 12 0,0 0-12 0,101-9 12 16,-3 3-12-16,-98 6 39 0,0 0-39 0,96-7 39 0,-2 2-39 15,-94 5 0-15,0 0 0 0,96-6 0 0,1 3 0 16,-97 3 8-16,0 0-8 0,89 0 9 0,-7-3-9 16,-82 3-4-16,0 0 4 0,77 0-3 0,-9-4 3 0,-68 4-4 15,0 0 4-15,70-3-3 0,-9 1 3 0,-61 2 35 16,0 0-35-16,50-3 35 0,-11 3-35 0,-39 0 2 15,0 0-2-15,28-4 2 0,-14 2-2 0,-14 2 35 16,0 0-35-16,16-1 35 0,-6-1-35 0,-10 2 41 16,0 0-41-16,9-3 42 0,-2-1-42 0,-7 4-5 15,0 0 5-15,0 0-4 0,3-12 4 0,-3 12 3 0,0 0-3 16,-8-12 4-16,-6-5-4 0,14 17 3 0,0 0-3 16,-23-15 3-16,-5-1-3 0,28 16 5 15,0 0-5-15,-35-15 6 0,-3-3-6 0,38 18 8 0,0 0-8 0,-41-15 8 16,-1 0-8-16,42 15 14 0,0 0-14 0,-43-16 15 15,-1 1-15-15,44 15 0 0,0 0 0 0,-40-12 0 16,5 3 0-16,35 9 3 0,0 0-3 0,-39-7 3 16,1 5-3-16,38 2-36 0,0 0 36 0,-35-3-36 15,4 0 36-15,31 3 11 0,0 0-11 0,-35 0 11 16,5 3-11-16,30-3 0 0,0 0 0 0,-24 3 1 16,4-1-1-16,20-2-13 0,0 0 13 0,-12 4-13 15,0-1 13-15,12-3-4 0,0 0 4 0,-5 4-3 16,-1-1 3-16,6-3-9 0,0 0 9 0,0 0-8 15,-1 10 8-15,1-10-34 0,0 0 34 0,10 11-33 16,8 1 33-16,-18-12 0 0,0 0 0 0,26 8 0 16,3 1 0-16,-29-9 0 0,0 0 0 0,32 7 1 15,3-2-1-15,-35-5 6 0,0 0-6 0,37 7 7 0,1-2-7 16,-38-5-1-16,0 0 1 0,40 3-1 0,2-3 1 0,-42 0 0 16,0 0 0-16,44 4 0 0,5-4 0 15,-49 0-5-15,0 0 5 0,50 0-4 0,1-4 4 0,-7 2-8 16,-6-1 8-16,-8 3-8 0,-11 0 8 0,2 0 10 15,-3 0-10-15,2 0 10 0,3-3-10 0,2 3 0 16,-4-6 0-16,-11 5 0 0,-3 1 0 0,2 0-1 16,0-2 1-16,1 2 0 0,2 0 0 0,1 0 1 15,-1 0-1-15,-12 0 2 0,8 0-2 0,-8 0-3 16,0 0 3-16,0 0-3 0,0 0 3 0,0 0 1 0,6 3-1 16,-6-3 2-16,0 0-2 0,0 0 28 0,0 0-28 15,0 0 28-15,-2 9-28 0,-2 0-20 0,-3-3 20 16,1 3-20-16,-1-4 20 0,-4 2 48 0,-3 2-48 0,-2-1 48 15,-1 3-48-15,-1 1 0 0,-4-4 0 0,6 1 1 16,4-2-1-16,-7 1-1 0,-1-1 1 0,-2-2 0 16,-6 4 0-16,1 1-2 0,1-5 2 0,5 2-2 15,2-2 2-15,-2 2 10 0,2-4-10 0,5 3 11 16,2-3-11-16,-1 1-4 0,-1-1 4 0,6 2-3 16,2-1 3-16,-2-3 0 0,-5 3 0 0,1 3 0 15,-2 1 0-15,0-4-36 0,-1 4 36 0,6-1-36 16,2-4 36-16,2 3-143 0,-1-3 143 0,-2 0-142 15,-1 3 142-15,-7 6-1357 0</inkml:trace>
  <inkml:trace contextRef="#ctx0" brushRef="#br0" timeOffset="2617.08">18294 6134 695 0,'0'0'0'0,"0"15"0"0,4 9 0 0,-4-24 212 0,9-1-212 16,-9 1 212-16,8-11-212 0,-8 11 187 0,11-8-187 0,-4 8 187 16,2 3-187-16,-2 6 117 0,1 3-117 0,1 3 117 15,-2 1-117-15,2 4 82 0,1 8-82 0,-5-8 82 16,-1 3-82-16,1 2 58 0,0 3-58 0,2 3 59 15,2-1-59-15,0 0 25 0,0 1-25 0,-1-2 26 16,3 2-26-16,-1 0 86 0,3-2-86 0,-5-7 86 16,3-1-86-16,4-3 53 0,3 0-53 0,-4-3 54 15,-2-6-54-15,6 1 35 0,-4 0-35 0,1-3 35 16,3 0-35-16,-2-5 64 0,-1 1-64 0,1-3 64 16,-4-3-64-16,4 1 38 0,0-1-38 0,-4-4 38 15,-3 2-38-15,3-7-13 0,0-4 13 0,2-5-13 16,0-6 13-16,-2 3 54 0,-1-7-54 0,1 4 54 15,-2 3-54-15,-1-4-10 0,-4-1 10 0,4 2-10 0,-4-1 10 16,2-3 13-16,0 2-13 0,-1 3 13 0,-1 1-13 16,-5-3-54-16,2-5 54 0,-1 8-53 0,5 4 53 15,-6 1-113-15,0-3 113 0,0 15-113 0,1 8 113 0,-1 0-354 16,0 0 354-16,0 0-354 0,0 0 354 0,0 0-1096 16</inkml:trace>
  <inkml:trace contextRef="#ctx0" brushRef="#br0" timeOffset="3056.96">19119 6504 1155 0,'0'0'0'0,"5"14"0"16,6 10 0-16,-4 2 227 0,1 3-227 0,-6-7 227 15,2-1-227-15,1 3 129 0,2-7-129 0,-2 2 129 16,-1-3-129-16,1-1 77 0,2 0-77 0,-4-4 77 16,-1-4-77-16,2 1 7 0,-4-1-7 0,0-7 8 15,0 9-8-15,0-9 57 0,3 6-57 16,-3-6 58-16,0 0-58 0,0 0 94 0,0 0-94 0,0 0 95 16,0 0-95-16,0 0 18 0,16-3-18 0,-7 0 19 15,1-6-19-15,4-3 38 0,2-3-38 0,-1-1 38 16,1-3-38-16,2-5 7 0,3-5-7 0,-6 5 7 15,3 0-7-15,-2-2 9 0,-1 4-9 0,-6 10 10 0,-7 5-10 16,8 4 50-16,-1-3-50 0,0 6 51 0,-8 0-51 16,8 0-11-16,0 0 11 0,-2 6-10 0,0 1 10 15,3 6 53-15,4 10-53 0,-3-3 54 0,-2 2-54 0,-1 2-44 16,1 1 44-16,0-10-44 0,-6-1 44 0,6 1 16 16,5 1-16-16,-5-4 17 0,-2-4-17 0,3 4-81 15,2 0 81-15,-3-5-81 0,-7-2 81 0,7 2-249 16,1-3 249-16,-3-3-248 0,0-1 248 15,-7 0-284-15,0 0 284 0,9-1-284 0,0 1 284 0,8-4-913 16</inkml:trace>
  <inkml:trace contextRef="#ctx0" brushRef="#br0" timeOffset="3267.39">19804 6470 1121 0,'0'0'0'0,"7"16"0"15,3 16 0-15,-10-32 184 0,0 0-184 0,13 40 185 16,1 8-185-16,-14-48 95 0,0 0-95 0,17 43 96 16,1 1-96-16,-18-44 37 0,0 0-37 0,20 38 38 15,3-9-38-15,-23-29-159 0,0 0 159 0,19 24-158 16,-3-5 158-16,21 24-980 0</inkml:trace>
  <inkml:trace contextRef="#ctx0" brushRef="#br0" timeOffset="3416.99">19765 6211 740 0,'0'0'0'0,"7"21"0"0,6 8 0 0,-13-29-165 15,0 0 165-15,0 0-164 0,-18-17 164 0,1-4-208 16</inkml:trace>
  <inkml:trace contextRef="#ctx0" brushRef="#br0" timeOffset="3980.56">20623 6516 1177 0,'0'0'0'0,"-8"-3"0"15,-6-6 0-15,14 9 157 0,1-6-157 0,-1 6 157 16,9-6-157-16,-9 6 131 0,0 0-131 0,0 0 132 15,12-10-132-15,-12 10 71 0,0 0-71 0,4-12 71 16,-9-7-71-16,5 19-3 0,0 0 3 0,-13-13-3 0,-6-6 3 16,19 19 56-16,0 0-56 0,-28-9 56 0,-7 9-56 15,35 0 72-15,0 0-72 0,-36 5 73 0,-5 9-73 16,3 7-11-16,3 3 11 0,5-6-10 0,9 0 10 16,4 6 2-16,1 3-2 0,2-3 2 0,2 4-2 15,3-4 10-15,4 3-10 0,3-11 11 0,2-4-11 0,5-4 0 16,4 1 0-16,5 1 1 0,7 2-1 0,0-3 0 15,2-3 0-15,-4 0 1 0,0-3-1 0,2-3 31 16,-2-3-31-16,2-3 31 0,0 3-31 0,4-4 4 16,-4-5-4-16,-2 4 5 0,-3-1-5 0,3-5 1 15,0-3-1-15,-3 5 2 0,-6-3-2 0,4-4 35 16,4 2-35-16,-9 8 35 0,-6 2-35 0,-3 7 24 0,12-8-24 16,-12 8 25-16,9 0-25 0,-9 0 68 15,10 12-68-15,-3 0 68 0,-7 0-68 0,6 6 34 0,-3 6-34 0,2-3 34 16,1 3-34-16,-1 4-1 0,-2-4 1 0,-1 3 0 15,0 1 0-15,0-4 0 0,-2 5 0 0,1-2 0 16,3-1 0-16,-4 3-18 0,2 2 18 0,-1-5-18 16,-1 5 18-16,2 0-197 0,2-6 197 0,-4-8-196 15,0-6 196-15,0 1-458 0,0-2 458 0,-4-1-457 16,2-6 457-16,-1 9-730 0</inkml:trace>
  <inkml:trace contextRef="#ctx0" brushRef="#br0" timeOffset="4394.45">20880 6288 1479 0,'0'0'0'0,"5"23"0"0,2 13 0 0,0 3 156 16,0 1-156-16,-1 4 156 0,-3-1-156 0,1 5 118 15,-3 4-118-15,3-13 118 0,-4-6-118 0,2 1 60 16,-1-1-60-16,1-9 60 0,-2-6-60 0,4 0 0 16,-3 1 0-16,3-7 1 0,-2-7-1 0,1 2 0 15,2-2 0-15,-5-5 0 0,0 0 0 0,0 0 77 16,11 0-77-16,-4-2 78 0,0 2-78 0,3-7 32 0,4-1-32 16,-3-4 33-16,-1-4-33 0,4 1-2 0,0-9 2 15,2 3-2-15,-2-10 2 0,2-1 36 0,-2-6-36 16,1 5 37-16,4 6-37 0,-1-1 16 0,-1 2-16 0,-4 11 17 15,-6 5-17-15,3 1 81 0,2 4-81 0,-5 2 82 16,0 3-82-16,4 3 36 0,-1 0-36 16,3 11 37-16,0 8-37 0,-2 4 20 0,-4 9-20 0,-2-8 20 15,-1 2-20-15,1 2 3 0,0-3-3 0,-1-1 3 16,1-6-3-16,-2 3 47 0,3-2-47 0,-1-5 48 16,-2-5-48-16,3 0-48 0,-1-2 48 0,-2 1-48 15,1-1 48-15,-1-1-292 0,3-3 292 0,-6-6-292 16,0 0 292-16,0 0-1493 0</inkml:trace>
  <inkml:trace contextRef="#ctx0" brushRef="#br0" timeOffset="4837.63">21661 6712 1255 0,'0'0'0'0,"16"7"0"0,3 5 0 0,-1-3 115 16,1-4-115-16,-11-2 115 0,-4 1-115 0,3-4 109 16,0 0-109-16,9 0 110 0,6-6-110 0,-4 3 136 15,3-7-136-15,-4 5 136 0,-8 1-136 0,5-8 84 16,-2 0-84-16,2-12 84 0,-2 0-84 0,2-3 39 16,0-4-39-16,-5 10 40 0,-2 1-40 0,0 1 56 0,-2 0-56 15,-1 5 57-15,-4 2-57 0,0 0 37 0,-4-3-37 16,3 3 37-16,-1 5-37 0,-5-2-34 0,-2 1 34 0,0 4-33 15,-1-3 33-15,-4 5-1 0,-7-1 1 0,4 3 0 16,-6 0 0-16,-3 3-36 16,-2 6 36-16,-2 3-36 0,-2 4 36 0,-1 1 1 0,2 2-1 0,5 8 2 15,-2 0-2-15,1 6 15 0,1 0-15 0,4-8 16 16,6 1-16-16,2 2 72 0,0-1-72 0,5-8 73 16,6-4-73-16,-1 3-34 0,2-3 34 0,6 2-33 15,1 2 33-15,9-2 49 0,4 2-49 0,3-7 50 16,5-2-50-16,3 1-13 0,6-4 13 0,-5-2-12 15,2-2 12-15,4 1 5 0,3-4-5 0,1 0 5 16,-2-4-5-16,-3 1-55 0,0 1 55 0,-3-1-55 16,-4-4 55-16,5 2-534 0,7-4 534 0,-14 2-534 15,-5 4 534-15,21-6-773 0</inkml:trace>
  <inkml:trace contextRef="#ctx0" brushRef="#br0" timeOffset="5307.24">22800 7045 1446 0,'0'0'0'0,"0"0"0"15,0 0 0-15,0 0-106 0,0 0 106 0,0 0-105 16,0 0 105-16,0 0-130 0,0 0 130 0,0 0-130 16,0 0 130-16,0 0-58 0,0 0 58 0,0 0-58 15,0 0 58-15,0 0 185 0,-21-24-185 0,13 12 185 16,-1 0-185-16,0-3 162 0,0-1-162 0,4 8 162 15,3 1-162-15,-1 2 143 0,1-4-143 0,2 9 143 16,0 0-143-16,0 0 64 0,0 0-64 0,0 0 64 16,0 0-64-16,0 0 68 0,0 0-68 0,0 0 69 15,0 0-69-15,0 0 1 0,14 5-1 0,-5 4 1 0,0 1-1 16,-2 7 38-16,0 5-38 0,-6 4 38 0,-2 2-38 16,-5 3 28-16,-2-2-28 0,-3-2 28 0,-5-3-28 15,-3-1 0-15,-2 1 0 0,-7-4 1 0,0-1-1 0,-7 2 18 16,2-4-18-16,0-4 19 0,0 0-19 0,-2-5-298 15,-4-1 298-15,-1 2-297 0,-4-8 297 0,-38 10-1127 16</inkml:trace>
  <inkml:trace contextRef="#ctx0" brushRef="#br0" timeOffset="10802.93">23707 6283 494 0,'0'0'0'0,"0"0"352"0,0 0-352 0,0 0 353 0,0 0-353 16,0 0 140-16,0 0-140 0,0 0 140 0,0 0-140 0,0 0 113 15,0 0-113-15,0 0 114 0,0 0-114 0,0 0 105 16,0 0-105-16,0 0 105 0,23-7-105 0,-6 11 41 15,1-1-41-15,-10 0 41 0,-1 3-41 0,2 1 38 16,-2 5-38-16,4 5 39 0,3 5-39 0,-4 2 0 16,-3 0 0-16,-2-7 0 0,-1-5 0 0,1 4 0 15,2-1 0-15,-3 4 0 0,1 5 0 0,3 0 10 16,-2 4-10-16,-1-13 11 0,-2-5-11 0,3 4-9 0,1 0 9 16,-2-2-8-16,0-2 8 0,0-1-180 15,2-1 180-15,-7-8-179 0,4 7 179 0,-1 2-1186 0</inkml:trace>
  <inkml:trace contextRef="#ctx0" brushRef="#br0" timeOffset="11148.01">23195 6093 1255 0,'0'0'0'0,"7"3"0"0,4-1 0 16,-4 1 109-16,1-3-109 0,1 0 110 0,2 0-110 16,-1 0 74-16,-1 4-74 0,1-4 75 0,4 3-75 0,0 0 33 15,5 3-33-15,8-6 33 0,4 3-33 0,0-3 47 16,-1-3-47-16,0 3 47 0,0-4-47 0,5 2 71 15,6-1-71-15,-2 3 72 0,3-3-72 0,-42 3 87 16,0 0-87-16,54-4 87 0,9 4-87 0,-63 0 43 16,0 0-43-16,63 4 44 0,1-4-44 0,-64 0 17 15,0 0-17-15,62 5 17 0,-5 5-17 0,-57-10 0 16,0 0 0-16,51 12 0 0,-7 0 0 0,-44-12 11 16,0 0-11-16,35 15 11 0,-8-2-11 0,-27-13-174 15,0 0 174-15,23 8-174 0,-5 8 174 0,18 4-1318 0</inkml:trace>
  <inkml:trace contextRef="#ctx0" brushRef="#br0" timeOffset="11466.34">23415 6800 1547 0,'0'0'0'0,"19"3"0"0,15 1 0 16,-34-4 157-16,0 0-157 0,35 0 157 0,8 0-157 16,-43 0 121-16,0 0-121 0,49-4 122 0,4-5-122 15,-53 9 9-15,0 0-9 0,54-6 9 0,9-3-9 16,-63 9-7-16,0 0 7 0,57-12-7 0,3 3 7 0,-60 9-8 15,0 0 8-15,54-6-8 0,0-3 8 16,-54 9-2-16,0 0 2 0,51-3-1 0,-6-1 1 0,-45 4-118 16,0 0 118-16,44 0-118 0,-6-3 118 0,46 1-1301 15</inkml:trace>
  <inkml:trace contextRef="#ctx0" brushRef="#br0" timeOffset="12007.39">24299 6400 1367 0,'0'0'0'0,"14"3"0"16,11 4 0-16,-25-7 160 0,0 0-160 0,29 9 161 0,10-1-161 15,-39-8 113-15,0 0-113 0,42 12 114 0,7 2-114 16,-7 0 6-16,1 1-6 0,-11-6 6 0,-8 1-6 15,-24-10 0-15,0 0 0 0,35 24 1 0,4 4-1 16,-10-3 7-16,-1 3-7 0,-9-9 8 0,-6-7-8 0,1 3 20 16,-6-3-20-16,1 4 20 0,0-1-20 0,-7 2 15 15,-4-5-15-15,4-3 16 0,-1-2-16 0,-1-7 63 16,0 0-63-16,0 0 64 0,0 0-64 0,0 0 36 16,-10 0-36-16,5 0 36 0,-6 0-36 0,1-4 41 15,-3-1-41-15,3 2 41 0,-2-1-41 0,1-4 10 16,-1-1-10-16,3 2 10 0,2-1-10 0,0-4 0 0,-1-1 0 15,2-5 1-15,1-3-1 0,5 2 32 0,0-5-32 16,0 7 32-16,0 3-32 0,5 0-35 0,2-1 35 16,2-7-34-16,5 1 34 0,4 1-24 0,1-3 24 0,-2 6-23 15,1 5 23-15,-1 0-74 0,4 0 74 0,-2 2-74 16,-1 5 74-16,1-4-154 0,2 2 154 0,-5 2-154 16,1 2 154-16,2-1-370 0,1-1 370 0,-6 2-369 15,-2-1 369-15,16-4-650 0</inkml:trace>
  <inkml:trace contextRef="#ctx0" brushRef="#br0" timeOffset="12421.98">25412 6410 1491 0,'0'0'0'0,"18"12"0"0,11 9 0 0,-2-1 134 16,1 3-134-16,-7-8 134 0,-6-1-134 0,1 5 103 15,0 1-103-15,-4 8 103 0,-5 3-103 0,0-4 49 16,-4-3-49-16,1-7 50 0,-4-6-50 0,0-3 33 16,-2-3-33-16,2-5 33 0,-7 11-33 0,7-11 52 15,-9 8-52-15,9-8 53 0,-7 4-53 0,7-4 59 0,-10 0-59 16,10 0 59-16,-11-4-59 0,4 1 52 0,0-1-52 15,1-1 52-15,-3-2-52 0,0-3 1 0,0-4-1 16,4 6 1-16,0 2-1 0,3-6 49 0,0 0-49 0,2-1 50 16,0-1-50-16,4-1-2 15,5-4 2-15,-4 2-1 0,2 1 1 0,7 1 25 0,3-3-25 0,-1 3 26 16,1 3-26-16,4 0-51 0,7-2 51 0,-3 4-51 16,1 3 51-16,-3-1-43 0,3-1 43 0,-5 6-43 15,-4-4 43-15,3 7-187 0,-3-4 187 0,-1 2-187 16,-2 2 187-16,1 0-338 0,3 0 338 0,-8 0-338 15,-4 0 338-15,9 0-882 0</inkml:trace>
  <inkml:trace contextRef="#ctx0" brushRef="#br0" timeOffset="13843.9">26200 6606 673 0,'0'0'0'0,"-17"-16"0"0,-13-8 0 0,23 12 327 16,12 7-327-16,8 2 327 0,7 6-327 0,-4-3 210 15,-2 0-210-15,-3-3 211 0,-4-3-211 0,0 0 133 16,0-6-133-16,-6 0 134 0,-1 0-134 0,-1 0 90 16,-3 0-90-16,2 1 90 0,2 6-90 0,-3-3 12 15,-2 1-12-15,-2 2 12 0,0-4-12 0,-6 2 15 16,-1 0-15-16,7 5 15 0,4-1-15 0,3 3-5 0,-11 0 5 15,3 0-4-15,-3 5 4 0,-3 2-17 16,-1 2 17-16,4-2-16 0,4-4 16 0,-2 6 1 0,2-1-1 16,0 8 1-16,-1 8-1 0,4 0 7 15,2 7-7-15,6-6 8 0,3-2-8 0,5 1 0 0,4-4 0 0,3 2 0 16,6 3 0-16,1-8 46 0,0-2-46 0,0 1 46 16,0-8-46-16,4 2 0 0,2-1 0 0,1-6 1 15,2 6-1-15,-2-7 27 0,4-1-27 0,-3-1 27 16,1 0-27-16,0 0 13 0,0-1-13 0,-5-1 14 15,-6 2-14-15,4-7 1 0,0 2-1 0,-7-2 2 16,-7 4-2-16,4-6 58 0,1 1-58 0,0-11 58 16,-1-5-58-16,-1 0-1 0,-5-4 1 0,-1 2-1 15,-4 1 1-15,0-1 43 0,-2 0-43 0,-1 9 43 16,-4 7-43-16,0-2-34 0,-2 1 34 0,0 5-34 16,-1-3 34-16,-4 2 0 0,-4-5 0 0,11 12 0 15,-10-8 0-15,-1 8-26 0,-3 0 26 0,-9 1-25 16,-4 6 25-16,-3 0-1 0,-2 5 1 0,10 0-1 0,-1-3 1 15,-2 3 0-15,1 3 0 0,3 9 1 0,-2 4-1 0,6-4-46 16,1 0 46-16,7-6-46 0,4 0 46 0,3-6 5 16,2 0-5-16,2-4 6 0,0-1-6 0,5 2-33 15,3-2 33-15,1 1-32 0,-1-4 32 0,8-1 18 16,5-3-18-16,-6 0 19 0,0 0-19 0,3-3-5 16,2-6 5-16,-4 6-5 0,-2-4 5 0,1-2 34 15,2 1-34-15,1-8 34 0,-5-6-34 0,1-2-2 16,-4-2 2-16,-1 2-2 0,-4 2 2 0,0-2 4 0,-2 3-4 15,-2-6 5-15,-1-1-5 0,0 1-1 0,-2-3 1 16,0 8-1-16,-2 5 1 0,2-9 1 0,0 1-1 16,0-6 1-16,0-5-1 0,-2 3-17 0,1 6 17 15,-1 4-16-15,0 9 16 0,0 1 22 0,-1 1-22 16,1 3 23-16,2 4-23 0,-3-2-27 0,1-1 27 0,2 8-27 16,0 0 27-16,0 0-5 0,0 0 5 0,0 0-5 15,0 12 5-15,2 3-40 0,1 6 40 0,-3 10-39 16,0 5 39-16,0-36-22 0,0 0 22 0,0 42-22 15,0 8 22-15,0-50-2 0,0 0 2 0,0 52-1 16,4 6 1-16,-4-58-1 0,0 0 1 0,10 60 0 16,4-3 0-16,-14-57 7 0,0 0-7 0,21 51 7 15,2-4-7-15,-23-47 57 0,0 0-57 0,33 32 58 16,5-4-58-16,-38-28 1 0,0 0-1 0,41 20 2 16,1-8-2-16,-42-12-1 0,0 0 1 0,40 7-1 15,3-7 1-15,-43 0 39 0,0 0-39 0,44-12 40 0,-4-8-40 16,-40 20-3-16,0 0 3 0,39-25-3 0,-3-9 3 15,-36 34 0-15,0 0 0 0,30-24 0 0,-7 0 0 16,-23 24 5-16,0 0-5 0,17-20 6 0,-4 4-6 0,-13 16-5 16,0 0 5-16,8-9-5 0,-3 6 5 15,-5 3-15-15,0 0 15 0,0 16-14 0,-5 11 14 0,5-27-4 16,0 0 4-16,-1 29-4 0,1 5 4 16,0-34-15-16,0 0 15 0,3 33-15 0,2-5 15 0,-5-28 17 15,0 0-17-15,11 20 17 0,3-1-17 0,-14-19 0 16,0 0 0-16,21 14 0 0,3-7 0 0,-24-7 18 15,0 0-18-15,26 3 19 0,2-6-19 0,-28 3 34 16,0 0-34-16,26-9 34 0,2-6-34 0,-28 15 10 0,0 0-10 16,27-23 11-16,-5-6-11 0,-22 29 13 0,0 0-13 15,20-31 14-15,-3 2-14 0,-17 29-1 0,0 0 1 16,14-24-1-16,-3 5 1 0,-11 19-40 0,0 0 40 0,8-12-39 16,-3 4 39-16,-5 8-43 0,0 0 43 0,0 0-43 15,6 8 43-15,-6-8 21 0,0 0-21 0,3 19 21 16,2 8-21-16,-5-27-39 0,0 0 39 0,6 23-38 15,2 2 38-15,-8-25 33 0,0 0-33 0,11 25 33 16,-1-8-33-16,-10-17 7 0,0 0-7 0,14 15 8 16,-1-3-8-16,-13-12 5 0,0 0-5 0,17 7 5 15,1-2-5-15,-18-5 57 0,0 0-57 0,19 4 57 16,0-8-57-16,-19 4-5 0,0 0 5 0,17-3-4 16,-3-2 4-16,-14 5 0 0,0 0 0 0,14-9 0 15,-1-3 0-15,-13 12-3 0,0 0 3 0,10-7-3 16,-3-1 3-16,-7 8 17 0,0 0-17 0,0 0 17 15,9-12-17-15,-9 12-33 0,0 0 33 0,0 0-32 0,0 0 32 16,0 0-4-16,0 0 4 0,0 0-3 0,0 0 3 16,0 0 0-16,0 0 0 0,0 0 1 0,0 0-1 0,0 0-6 15,0 0 6-15,0 0-6 0,0 0 6 0,0 0 0 16,0 0 0-16,0 0 0 0,7 8 0 0,-7-8-2 16,0 0 2-16,0 0-2 0,9 9 2 0,-9-9 12 15,0 0-12-15,0 0 13 0,10 8-13 0,-10-8-38 16,0 0 38-16,0 0-38 0,12 7 38 0,-12-7-28 15,0 0 28-15,7 0-28 0,0 0 28 0,-7 0-202 16,0 0 202-16,6-5-202 0,1-2 202 0,-2 0-423 0,-4-1 423 16,1-1-423-16,-2-3 423 0,2-12-703 0</inkml:trace>
  <inkml:trace contextRef="#ctx0" brushRef="#br0" timeOffset="14253.81">27958 6492 897 0,'0'0'0'0,"3"9"0"16,1 0 0-16,-4-9 132 0,2 8-132 0,-2-8 133 16,0 0-133-16,0 0 96 0,0 0-96 0,0 0 96 15,0 0-96-15,0 0 125 0,0 0-125 0,0 0 126 0,0 16-126 16,0-4 92-16,-2-2-92 0,2 7 93 15,2 4-93-15,1 3 95 0,4 0-95 0,-2-5 96 16,1-11-96-16,2 3 52 0,4-3-52 0,2 1 53 0,4-2-53 16,-1 1 18-16,1-4-18 0,-1-1 19 0,-1-1-19 15,2 1 49-15,-1-3-49 0,-1 0 49 0,-1 0-49 0,3 0-5 16,-2-3 5-16,-2 1-5 0,-2 0 5 0,4-3 3 16,1-2-3-16,1 2 3 0,-3-3-3 15,6-1 13-15,2-1-13 0,-11 4 13 0,-8 6-13 0,3-3 23 16,0 0-23-16,3-9 24 0,4-6-24 0,-2 12 66 15,-3-3-66-15,-2 2 67 0,-5 2-67 0,-2 5 0 16,0 0 0-16,0 0 0 0,0 0 0 0,0 0 0 16,0 0 0-16,0 0 0 0,-4 14 0 0,3-4-10 0,-3 2 10 15,2 0-10-15,1 3 10 0,1-2-6 0,1 0 6 16,1-1-5-16,0 0 5 0,3-1 1 0,0 1-1 16,-1-7 1-16,-2 2-1 0,-2-7-122 0,10 6 122 0,-10-6-121 15,0 0 121-15,0 0-1523 0</inkml:trace>
  <inkml:trace contextRef="#ctx0" brushRef="#br0" timeOffset="15170.4">28452 6032 1323 0,'0'0'0'0,"11"13"0"15,4 11 0-15,-1 0 183 0,0 3-183 0,-1 6 184 0,-3-1-184 16,-1-1 105-16,0 3-105 0,-6-4 105 0,-3-3-105 16,-2 2 64-16,-1 0-64 0,1-3 64 0,0-4-64 15,2 3 40-15,2-5-40 0,-2-1 41 0,-2-5-41 0,4 5 0 16,0-4 0-16,0-6 0 0,-2-3 0 0,1 0 5 16,3 1-5-16,-4-7 5 0,0 0-5 0,0 0 66 15,7 0-66-15,-7 0 67 0,12 0-67 0,0-4 80 16,2-5-80-16,-3 6 80 0,-3-6-80 0,5 3-23 15,1-3 23-15,1-3-22 0,3 0 22 0,5 2 32 16,3-4-32-16,-2 2 32 0,-1 2-32 0,3 1-35 16,4 4 35-16,-6 2-34 0,1 3 34 0,-1 0 13 0,1 3-13 15,-4 2 14-15,-4 2-14 0,1 5 7 0,-1 5-7 16,-3-1 8-16,-3 2-8 0,-3 12 38 0,-2 2-38 16,-3-6 39-16,-3-2-39 0,-2 0 6 0,-1 3-6 0,1-6 7 15,0-4-7-15,-1-1 2 0,-4-1-2 0,3-6 2 16,1 1-2-16,-2-1 52 0,-4-4-52 0,9-5 53 15,-11 3-53-15,3-3 0 0,-3 0 0 0,2 0 1 16,2 0-1-16,-3-2 1 0,-2 1-1 0,3-1 2 16,2-1-2-16,-2-4 12 0,-1-4-12 0,1-2 13 15,-1-4-13-15,3-7 3 0,1-4-3 0,3 6 3 16,1 5-3-16,6-4-7 0,3-5 7 0,3 1-6 16,6-6 6-16,1 0-2 0,2 3 2 0,2-1-1 15,2 2 1-15,2-3 0 0,1 0 0 0,0 2 0 16,0-5 0-16,-1 3-5 0,-1-3 5 0,-8 14-4 15,-6 4 4-15,3 1 0 0,-1 4 0 0,-2 1 0 16,-1 0 0-16,2 6-53 0,-3 3 53 0,-1 2-52 0,0 5 52 16,-2 5-4-16,-1 7 4 0,-1 5-3 0,-1 3 3 15,0 2-7-15,0 2 7 0,3-7-6 0,0-3 6 0,6 3-40 16,-1 1 40-16,4 5-40 0,2-3 40 0,1 4 38 16,1-2-38-16,-2-7 39 0,-1-4-39 0,1 1-1 15,0 1 1-15,-1-1-1 0,3-4 1 0,-1-1-2 16,-1 2 2-16,-2-4-2 0,-5-9 2 0,5 2 61 15,0-1-61-15,-2-1 62 0,-3-3-62 0,3-7 0 16,2-1 0-16,0-4 0 0,-2 0 0 0,2 0 29 16,-2-7-29-16,-3 3 29 0,-4 3-29 0,6 1 0 0,-1 0 0 15,3-11 1-15,-1-1-1 0,-2 4 8 0,-1-4-8 16,-4 8 8-16,-5 4-8 0,-3 4-1 0,-6 1 1 16,0 1-1-16,-3 3 1 0,-5 3 0 0,-6-3 0 0,-2 6 1 15,-4 6-1-15,-1 3-40 0,-3 3 40 0,12-6-40 16,3 1 40-16,-3 4-7 0,-1-1 7 0,6 8-7 15,4 0 7-15,5 6-3 0,5 1 3 0,4-4-2 16,1-9 2-16,9 2 35 0,8 2-35 0,6-3 35 16,7-1-35-16,2-3-26 0,5-3 26 0,4-1-26 15,5-1 26-15,0-2 57 0,1-1-57 0,-4-4 57 16,-4 0-57-16,0 0-34 0,-2-4 34 0,-14 1-34 16,-8 1 34-16,6 2-1 0,2-3 1 0,-12 3 0 15,-9 0 0-15,8-4-168 0,1-3 168 0,-14 7-167 16,0 0 167-16,0 0-329 0,-2-5 329 0,-3-3-329 15,-4-1 329-15,-5-6-1093 0</inkml:trace>
  <inkml:trace contextRef="#ctx0" brushRef="#br0" timeOffset="16800.59">28019 6371 550 0,'0'0'0'0,"21"3"0"16,14 6 0-16,-19-6 112 0,-11-3-112 0,-12 0 112 15,-14 0-112-15,5 0 108 0,0 0-108 0,6 2 109 16,3-2-109-16,7 0 89 0,-9 0-89 0,9 0 89 15,0 0-89-15,0 0 57 0,0 0-57 0,0 7 58 16,-2 5-58-16,2-12 97 0,0 0-97 0,-3 20 98 16,-4 6-98-16,7-26 81 0,0 0-81 0,-7 29 81 15,-2 2-81-15,9-31 30 0,0 0-30 0,0 33 30 0,0 1-30 16,0-34 33-16,0 0-33 0,4 33 33 0,6-9-33 16,-10-24-1-16,0 0 1 0,14 24 0 0,5-9 0 15,-19-15-41-15,0 0 41 0,21 16-41 0,2-4 41 16,-23-12-239-16,0 0 239 0,21 8-238 0,0-4 238 0,21 8-786 15</inkml:trace>
  <inkml:trace contextRef="#ctx0" brushRef="#br0" timeOffset="21083.05">24607 7112 953 0,'0'0'0'0,"0"0"0"16,0 27 0-16,0-27 127 0,0 0-127 0,0 0 127 16,-2-10-127-16,2 10 148 0,0 0-148 0,0-5 148 15,0-5-148-15,0 10 120 0,0 0-120 0,-2-5 120 16,-1-2-120-16,3 7 78 0,0 0-78 0,-12 0 79 15,-9 7-79-15,21-7 99 0,0 0-99 0,-20 6 99 16,-1 5-99-16,21-11 78 0,0 0-78 0,-22 15 78 0,-3 4-78 16,25-19-1-16,0 0 1 0,-22 24 0 0,1 0 0 15,21-24 31-15,0 0-31 0,-20 33 31 0,1 4-31 16,19-37 25-16,0 0-25 0,-12 49 26 0,5 4-26 16,7-53 3-16,0 0-3 0,2 58 3 0,5-1-3 0,-7-57 4 15,0 0-4-15,15 55 5 0,10-4-5 0,-25-51 59 16,0 0-59-16,31 43 60 0,9-4-60 0,-40-39-26 15,0 0 26-15,55 38-25 0,8 2 25 0,-63-40-122 16,0 0 122-16,66 27-121 0,2-8 121 0,-68-19-470 16,0 0 470-16,68 12-469 0,-1-8 469 0,65 8-773 15</inkml:trace>
  <inkml:trace contextRef="#ctx0" brushRef="#br0" timeOffset="21800.36">25440 7318 1692 0,'0'0'0'0,"-2"9"0"16,-1-1 0-16,3-8 145 0,0 0-145 0,3 9 145 15,4 3-145-15,-7-12 137 0,0 0-137 0,9 22 137 16,3 4-137-16,-12-26 21 0,0 0-21 0,7 38 21 16,-3 1-21-16,-4-39 1 0,0 0-1 0,-2 41 1 0,-7 2-1 15,9-43-2-15,0 0 2 0,-7 36-2 0,-3-8 2 16,10-28 4-16,0 0-4 0,-7 27 5 0,0-6-5 16,7-21 3-16,0 0-3 0,-5 15 4 0,1-3-4 15,4-12 22-15,0 0-22 0,-2 7 23 0,1-2-23 0,1-5 32 16,0 0-32-16,0 0 32 0,0 0-32 0,0 0 27 15,0 0-27-15,0-8 27 0,0-8-27 0,0 16 0 16,0 0 0-16,-2-24 0 0,0-7 0 0,2 31 53 16,0 0-53-16,-3-39 54 0,-1-9-54 0,4 48-46 15,0 0 46-15,-3-52-45 0,3 1 45 0,0 51 15 16,0 0-15-16,0-52 16 0,0 4-16 0,0 48-6 0,0 0 6 16,0-39-5-16,3 6 5 0,-3 33-47 0,0 0 47 15,4-27-46-15,-3 6 46 0,-1 21-2 0,0 0 2 16,4-14-2-16,-2 9 2 0,-2 5-41 0,0 0 41 15,0 0-41-15,12 17 41 0,-12-17 0 0,0 0 0 0,10 23 1 16,4 9-1-16,-14-32-23 0,0 0 23 0,16 31-22 16,0 2 22-16,-16-33 15 0,0 0-15 0,16 27 16 15,-2 1-16-15,-14-28-9 0,0 0 9 0,14 20-9 16,1-1 9-16,-15-19 0 0,0 0 0 0,16 12 0 16,0-5 0-16,-16-7 9 0,0 0-9 0,22 0 10 15,6-7-10-15,-28 7 0 0,0 0 0 0,28-12 0 16,0-9 0-16,-28 21 51 0,0 0-51 0,28-18 52 15,-2-6-52-15,-26 24-35 0,0 0 35 0,27-21-34 16,-3-1 34-16,-24 22 41 0,0 0-41 0,25-14 42 16,-8 0-42-16,-17 14-33 0,0 0 33 0,19-5-32 0,-3 2 32 15,-16 3-15-15,0 0 15 0,16 8-15 0,-2 15 15 16,-14-23 7-16,0 0-7 0,10 29 7 0,-3 14-7 16,-7-43 20-16,0 0-20 0,5 46 20 0,-1 4-20 15,-4-50-15-15,0 0 15 0,5 46-14 0,-1-1 14 0,-4-45 10 16,0 0-10-16,7 36 11 0,0-5-11 0,-7-31-298 15,0 0 298-15,7 24-298 0,0-5 298 0,5 23-1210 16</inkml:trace>
  <inkml:trace contextRef="#ctx0" brushRef="#br0" timeOffset="22094.57">26317 7435 1894 0,'0'0'0'0,"4"15"0"15,1 6 0-15,-2-6 155 0,1 1-155 0,-2-4 155 16,-2 0-155-16,1 3 149 0,1 2-149 0,0-3 150 15,0-2-150-15,-1 2 13 0,3-2-13 0,-1 1 13 16,3 1-13-16,-5 2-2 0,3-1 2 0,-1-3-1 16,1-5 1-16,1 3-73 0,0 1 73 0,-5-11-72 15,6 8 72-15,-6-8-342 0,7 4 342 0,-7-4-342 0,0 0 342 16,0 0-1128-16</inkml:trace>
  <inkml:trace contextRef="#ctx0" brushRef="#br0" timeOffset="22243.17">26024 7157 1524 0,'0'0'0'0,"8"8"0"0,5 11 0 0,8 9-1083 0</inkml:trace>
  <inkml:trace contextRef="#ctx0" brushRef="#br0" timeOffset="22759.31">26579 7407 1659 0,'0'0'0'0,"6"19"0"0,2 12 0 16,1-2 141-16,0 2-141 0,0-10 141 0,-3-6-141 16,1 1 118-16,0-3-118 0,-3-1 118 0,-1-1-118 15,3-3-26-15,-6-1 26 0,0-7-26 0,0 9 26 0,0-9 1 16,0 6-1-16,0-6 2 0,0 0-2 0,0 0 15 15,0 0-15-15,0 0 15 0,0 0-15 0,0 0 49 16,0 0-49-16,0 0 49 0,0 0-49 0,0 0 0 16,0 0 0-16,0 0 0 0,0 0 0 0,0 0 27 15,0 0-27-15,0 0 27 0,0 0-27 0,0 0 12 16,0 0-12-16,0 0 13 0,7 0-13 0,-7 0 4 16,8-3-4-16,-8 3 5 0,11-12-5 0,-4 2 1 0,2-4-1 15,1-1 1-15,2-8-1 0,1 3 7 0,1-8-7 16,-2 11 7-16,0 3-7 0,2 2-27 0,0 0 27 15,-4 4-27-15,-1 3 27 0,5 1 35 0,-2 1-35 0,-3 1 35 16,-5 2-35-16,3 2-10 0,0 5 10 16,3 5-9-16,4 3 9 0,-2 6 0 0,1-1 0 0,-5 2 0 15,-1-1 0-15,-2 3 0 0,1-5 0 0,-1-2 0 16,-2-7 0-16,4 4-53 0,2 2 53 0,-4-8-52 16,1-1 52-16,2 2-353 0,1 1 353 0,-4-1-352 15,1-8 352-15,1 10-1013 0</inkml:trace>
  <inkml:trace contextRef="#ctx0" brushRef="#br0" timeOffset="22967.6">27189 7483 1737 0,'0'0'0'0,"5"22"0"0,6 16 0 0,-2-4 189 15,1-3-189-15,-3-10 189 0,0-6-189 0,-2 0 64 16,0-1-64-16,2 2 65 0,0-1-65 0,0 1-102 16,-1-4 102-16,-3-4-102 0,-3-4 102 0,0-4-365 15,0 0 365-15,0 0-364 0,0 0 364 0,0 0-833 16</inkml:trace>
  <inkml:trace contextRef="#ctx0" brushRef="#br0" timeOffset="23129.88">27077 7081 1569 0,'0'0'0'0,"11"19"0"16,4 14 0-16,-18-21 109 0,-9-7-109 0,3 2 109 16,2-4-109-16,-3-1 0 0,-6-2 0 0,16 0 0 15,0 0 0-15,0 0-1281 0</inkml:trace>
  <inkml:trace contextRef="#ctx0" brushRef="#br0" timeOffset="24417.29">27556 7414 1311 0,'0'0'0'0,"0"0"0"0,14 0 0 0,-14 0 194 16,0 0-194-16,14 9 194 0,5 3-194 0,-19-12 151 16,0 0-151-16,19 15 152 0,2 1-152 0,-21-16 63 15,0 0-63-15,20 20 64 0,-1 1-64 0,-19-21 45 0,0 0-45 16,14 25 45-16,-2 3-45 0,-12-28 44 0,0 0-44 15,10 26 45-15,1-2-45 0,-11-24 57 0,0 0-57 16,10 19 57-16,1-1-57 0,-11-18 72 0,0 0-72 16,9 18 73-16,-2-6-73 0,-7-12 49 0,0 0-49 0,8 8 49 15,-1-1-49-15,-7-7 1 0,0 0-1 0,7 4 1 16,0-4-1-16,-7 0 3 0,0 0-3 0,13-4 4 16,2-8-4-16,-15 12 11 0,0 0-11 0,20-15 11 15,2-4-11-15,-22 19-2 0,0 0 2 0,25-26-1 16,-1-5 1-16,-24 31 0 0,0 0 0 0,28-33 0 15,0-3 0-15,-28 36 0 0,0 0 0 0,25-25 0 16,-3 1 0-16,-22 24-37 0,0 0 37 0,23-16-36 16,-4 11 36-16,-19 5 22 0,0 0-22 0,21 4 22 15,0 13-22-15,-21-17 1 0,0 0-1 0,21 24 2 16,-2 7-2-16,-19-31 36 0,0 0-36 0,21 30 36 0,-2 0-36 16,-19-30-54-16,0 0 54 0,20 27-53 15,-1-8 53-15,-19-19 52 0,0 0-52 0,23 17 53 0,3-1-53 16,-26-16-4-16,0 0 4 0,28 6-3 0,0 0 3 0,-28-6-1 15,0 0 1-15,29-6-1 0,3-4 1 0,-32 10-13 16,0 0 13-16,30-15-12 0,-1-6 12 0,-29 21 3 16,0 0-3-16,26-20 4 0,-3-8-4 0,-23 28-2 15,0 0 2-15,19-24-1 0,-3 2 1 0,-16 22 6 16,0 0-6-16,12-14 7 0,-1 2-7 0,-11 12-33 16,0 0 33-16,12 3-32 0,0 15 32 0,-12-18-11 15,0 0 11-15,14 15-11 0,0 9 11 0,-14-24 27 16,0 0-27-16,19 24 27 0,2 4-27 0,-21-28-7 0,0 0 7 15,32 20-7-15,6 4 7 0,-38-24 0 0,0 0 0 16,44 19 1-16,7-7-1 0,-51-12 9 0,0 0-9 16,47 12 9-16,2-8-9 0,-49-4-5 0,0 0 5 15,49 1-4-15,0-2 4 0,-49 1 40 0,0 0-40 0,43-9 41 16,-6-1-41-16,-37 10 0 0,0 0 0 0,33-12 1 16,-5-9-1-16,-28 21 1 0,0 0-1 0,21-21 2 15,-5-1-2-15,-16 22 2 0,0 0-2 0,7-20 2 16,-7-4-2-16,0 24 1 0,0 0-1 0,-5-13 1 15,-8 1-1-15,13 12-5 0,0 0 5 0,-15 0-4 16,-8 9 4-16,23-9 4 0,0 0-4 0,-18 7 4 16,1 3-4-16,17-10-18 0,0 0 18 0,-12 11-18 15,3 1 18-15,4-4-39 0,1 1 39 0,4-9-39 16,-1 7 39-16,1-7 41 0,0 0-41 0,0 0 41 16,13 8-41-16,-2-1-41 0,3-5 41 0,-4 1-40 0,-3 1 40 15,-7-4 46-15,0 0-46 0,16 0 46 0,5 3-46 16,-2-1-20-16,-1 1 20 0,-6 1-20 0,-3-4 20 15,-9 0 19-15,0 0-19 0,12 3 20 0,0 2-20 16,-12-5-1-16,0 0 1 0,14 7-1 0,2 5 1 16,-16-12 9-16,0 0-9 0,14 9 9 0,0 3-9 0,-14-12-22 15,0 0 22-15,21 12-22 0,2-2 22 0,-23-10 25 16,0 0-25-16,28 9 26 0,1-6-26 0,-29-3-8 16,0 0 8-16,33 2-7 0,4-6 7 0,-7 3 27 15,0-6-27-15,-8 3 27 0,-6 3-27 0,1-6 0 16,-3 2 0-16,7-7 0 0,2-1 0 0,-4-5-4 15,1-3 4-15,-7 2-3 0,0 4 3 0,-3-6 6 0,1-8-6 16,-1-2 7-16,1-8-7 0,-1 4-5 0,-1-3 5 16,-4 8-4-16,-1 2 4 0,-3 4-23 0,-2-3 23 0,-1 6-22 15,-3 0 22-15,-2-1 5 0,-4-2-5 0,1 7 5 16,-3 7-5-16,-1-2-2 0,-3 0 2 0,3 3-2 16,2 2 2-16,-2 2-2 0,0-4 2 0,5 6-1 15,2 3 1-15,-2 0-5 0,1 2 5 0,-3 5-5 16,-1-1 5-16,0 8-72 0,-2 5 72 0,3-3-71 15,2 1 71-15,1 5 6 0,1 4-6 0,2-1 6 16,1 3-6-16,2 1-5 0,1 4 5 0,4 3-4 16,6 2 4-16,3-2 38 0,2 0-38 0,3-4 39 15,4-1-39-15,4-3-10 0,3-1 10 0,-4-6-9 16,-3-6 9-16,5 1 21 0,6-4-21 0,-2 1 21 16,-2-2-21-16,3-3-117 0,2-1 117 0,-5-5-117 15,-5-1 117-15,3-1-456 0,2 0 456 0,-5-1-456 0,-4-4 456 16,23-2-1005-16</inkml:trace>
  <inkml:trace contextRef="#ctx0" brushRef="#br0" timeOffset="24712.02">30269 7085 1692 0,'0'0'0'0,"14"17"0"0,11 17 0 0,-3-5 167 0,3 2-167 16,-4 0 168-16,0-2-168 0,0 2 119 0,0 0-119 15,-2 2 120-15,-2-3-120 0,3 12 28 0,-3 1-28 0,2-4 28 16,-1 0-28-16,1-1 5 0,-1-3-5 16,-3-6 5-16,-1-5-5 0,2 2 5 0,-2-1-5 0,-4-2 6 15,-4-8-6-15,-1 0 60 0,-2 6-60 0,-1 0 60 16,-2-2-60-16,-7 1 28 0,-3 2-28 0,-6-1 28 15,-5 3-28-15,-2-5 58 0,-1 2-58 0,-1-6 58 16,1-5-58-16,-6 4-27 0,0-5 27 0,3-1-27 16,0-1 27-16,-27 7-1869 0</inkml:trace>
  <inkml:trace contextRef="#ctx0" brushRef="#br0" timeOffset="50042.31">19313 7109 415 0,'0'0'0'0,"17"-9"0"0,11-1 0 15,-15 5 148-15,-10 1-148 0,-3 4 148 0,-21 7-148 16,9-2 76-16,0 2-76 0,3-2 76 0,4-5-76 16,5 0 163-16,0 0-163 0,0 0 163 0,0 0-163 0,0 0 107 15,0 0-107-15,0 0 107 0,0 0-107 0,0 0 34 16,0 0-34-16,0 0 35 0,7 0-35 0,1 0 75 15,3 0-75-15,3 0 75 0,5 0-75 0,7 0 1 16,4 0-1-16,1 0 1 0,3-3-1 0,-3-1 99 16,8-1-99-16,-3 2 100 0,-1-2-100 0,9 1 15 15,0-3-15-15,-1 2 15 0,3-7-15 0,1 3 47 16,2 3-47-16,1 2 47 0,-6-1-47 0,3-2 40 16,-3-1-40-16,1 1 40 0,-3 5-40 0,0-1 88 0,0-1-88 15,-14 4 89-15,-9 0-89 0,4 4 4 0,1-4-4 16,3 0 4-16,-1-4-4 0,0 2 63 0,-1 1-63 0,-11 1 64 15,-7 0-64-15,3 0 0 0,2 1 0 0,-1 1 0 16,3 2 0-16,0-1 1 0,0-3-1 0,-7 0 1 16,-2 0-1-16,-5 0 16 0,5 0-16 0,-5 0 17 15,0 0-17-15,0 0-2 0,0 0 2 0,0 0-1 16,0 0 1-16,0 0 60 0,0 0-60 0,0 0 60 16,0 0-60-16,0 0-7 0,0 0 7 0,0 0-7 15,0 0 7-15,0 0-151 0,-5 5 151 0,-4-1-151 16,-5-1 151-16,2 0-462 0,0 3 462 0,-1-3-461 15,3 0 461-15,-11 6-764 0</inkml:trace>
  <inkml:trace contextRef="#ctx0" brushRef="#br0" timeOffset="51247.64">30704 6772 315 0,'0'0'0'0,"-14"0"0"0,-8 0 0 15,13 0 294-15,7 0-294 0,2 0 294 0,18 4-294 16,-8-4 152-16,2 0-152 0,-5 0 153 0,-1 3-153 0,-6-3 142 15,7 0-142-15,-7 0 142 0,8-3-142 0,-1 3 47 16,4-4-47-16,-2 2 48 0,1-1-48 0,4 0 24 16,2-3-24-16,3 3 25 0,4 0-25 0,3-4 45 15,2 2-45-15,-4-2 45 0,1 5-45 0,1-1 30 16,2-4-30-16,2 2 30 0,5-4-30 16,-2 2 9-16,0-5-9 0,-7 7 9 0,-5 2-9 0,0 3 3 15,-2-4-3-15,-8 4 3 0,-6 0-3 0,-5 0 0 0,9 0 0 16,-9 0 0-16,0 0 0 0,0 0 1 0,0 0-1 15,0 0 1-15,-11 4-1 0,-4-1-1 0,-8 2 1 16,-7 0-1-16,-7 2 1 0,2-3 13 0,-1-1-13 0,6-1 14 16,0-2-14-16,2 3 4 0,0-3-4 0,9-3 5 15,7 1-5-15,-4-1 1 0,1-1-1 0,8 4 1 16,5-3-1-16,2 3 0 0,-7-5 0 0,7 5 0 16,0 0 0-16,0 0-6 0,0 0 6 0,7-7-6 15,3-5 6-15,8 0-16 0,3-4 16 0,0 4-15 16,1 4 15-16,6-1 1 0,2 2-1 0,0 2 1 15,1 2-1-15,1-1-34 0,1 4 34 0,-10 0-33 16,-8 0 33-16,3 4 13 0,-2-1-13 0,-6-1 14 16,-5 1-14-16,2-3 6 0,-2 4-6 0,-5-4 7 15,0 0-7-15,0 0 14 0,0 0-14 0,0 0 15 16,0 0-15-16,0 0-8 0,-7 6 8 0,0 0-7 0,0-6 7 16,-5 0-175-16,-3 0 175 0,4 0-174 0,1-6 174 15,-11 3-981-15</inkml:trace>
  <inkml:trace contextRef="#ctx0" brushRef="#br0" timeOffset="-59721.64">14842 6867 326 0,'0'0'0'0,"21"0"0"16,14 3 0-16,-35-3 121 0,0 0-121 0,0 0 122 16,-9 0-122-16,9 0 223 0,0 0-223 0,-9 0 223 15,1-3-223-15,8 3 101 0,0 0-101 0,0 0 101 16,0 0-101-16,0 0 109 0,0 0-109 0,5 3 109 15,7-1-109-15,-12-2 117 0,0 0-117 0,18 3 117 16,3 1-117-16,-21-4 75 0,0 0-75 0,22 0 75 0,3 3-75 16,-25-3 22-16,0 0-22 0,35 0 22 15,3 0-22-15,-38 0 50 0,0 0-50 0,49 0 51 16,7 0-51-16,-56 0 8 0,0 0-8 0,68 0 8 0,9 0-8 16,-77 0 70-16,0 0-70 0,103 0 70 0,21-3-70 15,-124 3-5-15,0 0 5 0,122-4-5 0,11 1 5 0,-133 3-4 16,0 0 4-16,123-5-3 0,4-1 3 0,-127 6-2 15,0 0 2-15,117-3-2 0,0-4 2 0,-117 7-1 16,0 0 1-16,110-7 0 0,-7 2 0 0,-103 5 0 16,0 0 0-16,103-8 1 0,0-3-1 0,-103 11 22 15,0 0-22-15,95-5 23 0,-4-2-23 0,-91 7 1 16,0 0-1-16,91-1 1 0,-4-3-1 0,-87 4 16 0,0 0-16 16,75-3 17-16,-10-3-17 0,-65 6 8 0,0 0-8 15,52-3 9-15,-8 0-9 0,-44 3 9 0,0 0-9 16,24 0 9-16,-10-4-9 0,-14 4 44 0,0 0-44 0,9 0 45 15,-4 0-45-15,-5 0 48 0,0 0-48 0,0 0 48 16,0 0-48-16,0 0-13 0,0 0 13 0,0 0-12 16,0 0 12-16,0 0 38 0,0 0-38 0,0 0 38 15,-10-8-38-15,10 8 5 0,0 0-5 0,-16-12 5 16,-5 0-5-16,21 12-3 0,0 0 3 0,-26-12-2 16,-6-4 2-16,32 16-11 0,0 0 11 0,-35-19-10 15,-5-1 10-15,40 20 0 0,0 0 0 0,-36-21 0 16,-10-3 0-16,46 24 0 0,0 0 0 0,-44-24 0 15,1 0 0-15,43 24 0 0,0 0 0 0,-44-24 1 16,6 2-1-16,38 22 1 0,0 0-1 0,-35-19 1 16,5 2-1-16,30 17 8 0,0 0-8 0,-35-16 9 0,5 4-9 15,30 12-17-15,0 0 17 0,-29-8-16 16,-1 4 16-16,30 4-5 0,0 0 5 0,-23-7-5 0,2 6 5 16,21 1-1-16,0 0 1 0,-21 0-1 0,6 0 1 15,15 0-34-15,0 0 34 0,-11 0-34 0,2 1 34 0,9-1-1 16,0 0 1-16,0 0-1 0,9 14 1 0,-9-14-28 15,0 0 28-15,16 9-28 0,8 6 28 0,-24-15-13 16,0 0 13-16,33 12-12 0,2 3 12 0,2 3-2 16,0 1 2-16,-8-11-1 0,-2-1 1 0,1 2-6 15,0-6 6-15,-2 6-5 0,4-1 5 0,6 1 1 16,4 1-1-16,-6 2 2 0,-5-3-2 0,3-4 21 16,-1 2-21-16,-5-1 21 0,-1 0-21 0,-4 1-2 0,2-2 2 15,-8 2-1-15,-3-4 1 0,2 2 4 0,-3 2-4 16,-4-2 5-16,-4-1-5 0,-3-4 49 0,11 8-49 15,-11-8 49-15,3 9-49 0,-3-9 13 0,0 10-13 0,0-10 14 16,-5 9-14-16,-2-3 33 0,-2 3-33 0,-3 0 34 16,-2 3-34-16,14-12 47 0,0 0-47 0,-29 15 47 15,-12 2-47-15,41-17 1 0,0 0-1 0,-45 19 1 16,-4 0-1-16,2-4 15 0,0 3-15 0,6-6 15 16,3 0-15-16,1-6-179 0,6 0 179 0,10 1-179 15,3-4 179-15,1 2-432 0,1 0 432 0,-3 2-431 16,-2-3 431-16,-17 4-877 0</inkml:trace>
  <inkml:trace contextRef="#ctx0" brushRef="#br0" timeOffset="-55839.49">4499 4522 415 0,'0'0'0'0,"-4"11"0"15,-4 9 0-15,8-20 142 0,0 0-142 0,0 0 143 16,-9-8-143-16,9 8 192 0,0 0-192 0,0 0 193 16,-5-12-193-16,5 12 165 0,0 0-165 0,-7-7 165 15,-4 2-165-15,11 5 90 0,0 0-90 0,-16 0 90 16,-1 0-90-16,17 0 84 0,0 0-84 0,-23 5 85 16,-1 2-85-16,24-7 41 0,0 0-41 0,-30 12 41 15,0 3-41-15,30-15 41 0,0 0-41 0,-31 21 42 16,1 3-42-16,30-24 34 0,0 0-34 0,-31 27 35 15,-2 1-35-15,33-28 13 0,0 0-13 0,-32 39 14 0,4 6-14 16,28-45 32-16,0 0-32 0,-28 48 32 0,0 0-32 16,28-48 17-16,0 0-17 0,-26 46 17 0,3-3-17 15,23-43-13-15,0 0 13 0,-21 41-12 0,4-1 12 0,17-40 0 16,0 0 0-16,-17 39 0 0,4 1 0 0,13-40 38 16,0 0-38-16,-5 41 38 0,2 2-38 0,3-43 0 15,0 0 0-15,0 46 0 0,5-1 0 0,-5-45-1 16,0 0 1-16,16 39 0 0,4-8 0 0,-20-31 0 15,0 0 0-15,35 26 0 0,13-7 0 0,-48-19 4 16,0 0-4-16,56 12 5 0,5-9-5 0,-61-3 0 0,0 0 0 16,80-3 0-16,11-9 0 0,-91 12 43 0,0 0-43 15,82-21 43-15,4-6-43 0,-86 27-19 0,0 0 19 16,64-31-18-16,-11-5 18 0,-53 36 21 0,0 0-21 0,38-30 21 16,-20 8-21-16,-18 22 38 0,0 0-38 0,17-24 39 15,-8 4-39-15,-9 20 19 0,0 0-19 0,3-19 20 16,-3-2-20-16,0 21 3 0,0 0-3 0,-8-22 3 15,-10 1-3-15,18 21-5 0,0 0 5 0,-17-17-4 16,-4 2 4-16,21 15 3 0,0 0-3 0,-27-11 4 16,-9 6-4-16,36 5-1 0,0 0 1 0,-37 0 0 15,-8 5 0-15,45-5-48 0,0 0 48 0,-44 12-48 16,-3 7 48-16,7-3-3 0,6 4 3 0,12-4-3 16,6-8 3-16,-2 2-2 0,4 3 2 0,-3 4-2 15,-4 10 2-15,5 1-53 0,2 1 53 0,6-16-53 16,4-7 53-16,4-6-390 0,-5 7 390 0,1 6-390 15,1 10 390-15,-2 13-893 0</inkml:trace>
  <inkml:trace contextRef="#ctx0" brushRef="#br0" timeOffset="-55375.36">3720 5835 964 0,'0'0'0'0,"12"-17"0"15,5-14 0-15,-8 22 72 0,-7 11-72 0,-2 9 73 16,-5 9-73-16,5-8 53 0,3 0-53 0,-1 0 53 16,1-5-53-16,10-2 77 0,1-5-77 0,7 4 78 15,1-4-78-15,6-4 19 0,0 1-19 0,0 1 20 16,4-5-20-16,1 2 77 0,3-2-77 0,1-1 78 16,2 1-78-16,-3-2 97 0,1 1-97 0,-2-3 98 15,0 3-98-15,-2-1 55 0,2 2-55 0,-5-1 55 16,1-1-55-16,2 0 49 0,2-1-49 0,-9 5 50 15,1-2-50-15,-1 2 32 0,4 2-32 0,-9-4 33 0,-9 2-33 16,5 1 3-16,2-3-3 0,-3 2 3 0,-7 2-3 16,3-1 0-16,2 3 0 0,-9-3 0 0,2 1 0 15,-1-1 32-15,1 3-32 0,-7 1 33 0,0 0-33 16,0 0-252-16,5-7 252 0,-5 7-252 0,3-12 252 0,3 3-1077 16</inkml:trace>
  <inkml:trace contextRef="#ctx0" brushRef="#br0" timeOffset="-55017.55">3484 6017 572 0,'0'0'0'0,"24"-3"0"15,16-9 0-15,-24 8 209 0,-7 2-209 0,1 2 210 16,-1 0-210-16,-2 6 158 0,2-3-158 0,5-1 159 16,10 1-159-16,-1-3 93 0,1-3-93 0,-1 1 93 15,2-1-93-15,1-6 104 0,5 2-104 0,4-1 104 16,4-4-104-16,-1-4 88 0,1 4-88 0,2 0 89 16,3-3-89-16,0 3 59 0,-6-4-59 0,1 2 60 15,-1 4-60-15,-3-2 82 0,0-3-82 0,-5 6 83 16,-4 1-83-16,7-4 9 0,-1 5-9 0,1-5 9 15,2 3-9-15,0-3 10 0,-6 3-10 0,-8 6 10 16,-7 0-10-16,4-3 9 0,3 3-9 0,-9 0 10 0,-3-1-10 16,5 4 2-16,1 4-2 0,-6-4 2 0,-4-4-2 15,4 4-99-15,0 4 99 0,-9-4-99 0,0 0 99 16,0 0-319-16,0 0 319 0,0 0-319 0,0 0 319 0,0 0-902 16</inkml:trace>
  <inkml:trace contextRef="#ctx0" brushRef="#br0" timeOffset="-52253.03">4296 6413 516 0,'0'0'0'0,"0"0"0"16,-15 13 0-16,15-13 164 0,0 0-164 0,-6 8 165 16,1-3-165-16,5-5 67 0,0 0-67 0,-7 12 68 15,-7 7-68-15,14-19 102 0,0 0-102 0,-12 16 102 16,-6-1-102-16,18-15 63 0,0 0-63 0,-24 21 64 15,-4-3-64-15,28-18 80 0,0 0-80 0,-28 13 81 16,0-1-81-16,28-12 96 0,0 0-96 0,-28 1 97 16,0-2-97-16,28 1 49 0,0 0-49 0,-24-11 50 15,1-3-50-15,23 14 47 0,0 0-47 0,-18-15 48 16,6-9-48-16,12 24-2 0,0 0 2 0,-8-24-2 0,1 0 2 16,7 24-1-16,0 0 1 0,-2-26-1 0,2 0 1 15,0 26-9-15,0 0 9 0,5-22-8 0,2 2 8 16,-7 20-10-16,0 0 10 0,9-16-9 0,5 1 9 0,-14 15 9 15,0 0-9-15,21-9 10 0,5 1-10 0,-26 8 1 16,0 0-1-16,26-4 2 0,0 4-2 16,-26 0 46-16,0 0-46 0,30 9 47 0,0 6-47 0,-30-15 13 15,0 0-13-15,29 24 14 0,-2 9-14 0,-27-33 32 16,0 0-32-16,26 50 32 0,0 4-32 0,-26-54 28 16,0 0-28-16,18 61 28 0,-1 4-28 0,-17-65 38 15,0 0-38-15,12 77 38 0,-3 16-38 0,-9-93 38 16,0 0-38-16,0 84 39 0,-9 5-39 0,9-89 34 0,0 0-34 15,-17 74 34-15,-6-9-34 0,23-65 15 0,0 0-15 16,-30 51 15-16,-3-14-15 0,33-37 54 0,0 0-54 16,-23 25 54-16,-1-11-54 0,24-14-4 0,0 0 4 0,-21 12-3 15,2-10 3-15,19-2 15 0,0 0-15 16,-21 1 16-16,3-4-16 0,18 3 17 0,0 0-17 0,-21-10 17 16,4-4-17-16,17 14 1 0,0 0-1 0,-18-22 1 15,6-6-1-15,12 28 0 0,0 0 0 0,-9-38 0 16,4-8 0-16,5 46 1 0,0 0-1 0,0-39 1 15,9-4-1-15,-9 43-26 0,0 0 26 0,10-33-25 16,3 9 25-16,-13 24-33 0,0 0 33 0,15-21-32 16,3 6 32-16,-18 15-7 0,0 0 7 0,23-10-6 15,3 10 6-15,-26 0-38 0,0 0 38 0,26 3-37 16,4 7 37-16,-30-10-2 0,0 0 2 0,36 14-1 0,1 5 1 16,-37-19 5-16,0 0-5 0,42 17 6 15,5 2-6-15,-47-19 3 0,0 0-3 0,47 16 4 0,9-4-4 16,-56-12 0-16,0 0 0 0,53 5 0 0,3-4 0 15,-56-1 54-15,0 0-54 0,52-3 55 0,2-4-55 16,-54 7-57-16,0 0 57 0,47-8-56 0,0-4 56 0,-47 12 37 16,0 0-37-16,44-16 38 0,-5-1-38 0,-39 17 7 15,0 0-7-15,31-19 7 0,-1-2-7 0,-30 21-1 16,0 0 1-16,21-22 0 0,-4 2 0 0,-17 20-205 16,0 0 205-16,12-23-204 0,-6 6 204 0,15-22-1379 15</inkml:trace>
  <inkml:trace contextRef="#ctx0" brushRef="#br0" timeOffset="-51815.5">3940 7354 1143 0,'0'0'0'0,"17"-7"0"16,13-5 0-16,-16 5 108 0,-5 2-108 0,-2 5 109 16,-2 0-109-16,-5 0 103 0,12 5-103 0,2-3 103 0,7 0-103 15,-21-2 32-15,0 0-32 0,30-2 32 0,5-1-32 16,-35 3-1-16,0 0 1 0,43-12 0 0,8-1 0 15,0 0 4-15,-2-4-4 0,-6 1 5 0,3 1-5 0,1 1 65 16,0 0-65-16,-7 2 66 0,-6 0-66 16,4-2 92-16,-1 1-92 0,-1 1 93 0,-1 0-93 0,0 1 31 15,-2 5-31-15,-10-3 31 0,-5 2-31 0,6 0 24 16,2-1-24-16,4 3 25 0,1-2-25 0,-1 3 35 16,-4 3-35-16,-12-3 35 0,-5 1-35 0,2 1-8 15,-3 0 8-15,1 2-8 0,0 0 8 0,-1 0 0 16,1 0 0-16,-9 0 0 0,0 0 0 0,0 0-148 15,0 0 148-15,0 0-147 0,0 0 147 0,0 0-464 0,-9 4 464 16,-3 3-464-16,-10-4 464 0,-12 7-496 0</inkml:trace>
  <inkml:trace contextRef="#ctx0" brushRef="#br0" timeOffset="-51458.53">3837 7508 326 0,'0'0'0'0,"17"-12"0"15,8-5 0-15,-11 12 384 0,-6 9-384 0,5-4 385 16,-5-4-385-16,5 1 178 0,4 1-178 0,9-1 179 16,9-1-179-16,-2-3 128 0,4-1-128 0,0-1 129 15,-2-3-129-15,3 0 87 0,1 0-87 0,-1-3 88 0,2 3-88 16,2-4 94-16,5 4-94 0,-3 0 95 0,3 4-95 15,-3-8 64-15,3 4-64 0,-5-3 64 0,2-1-64 16,-1 2 55-16,-1 1-55 0,-2 1 55 0,-1 3-55 16,5-3 0-16,1 4 0 0,-5-1 0 0,-1 2 0 0,-4 0 44 15,-2-1-44-15,-2 1 45 0,-1 2-45 0,-4-1 2 16,0 3-2-16,-8 0 2 0,-6-1-2 0,0 1 23 16,0-2-23-16,2 5 24 0,-1-4-24 0,1 2-5 15,1 1 5-15,-6 1-4 0,-9 1 4 0,0-1 0 16,0 0 0-16,0 0 0 0,0 0 0 0,0 0-256 15,0 0 256-15,0 0-255 0,0 0 255 0,0 0-1325 16</inkml:trace>
  <inkml:trace contextRef="#ctx0" brushRef="#br0" timeOffset="-31882.8">7116 9003 404 0,'0'0'0'0,"12"-1"0"16,2-3 0-16,-14 4 130 0,0 0-130 0,0 0 130 16,0 9-130-16,0-9 22 0,0 0-22 0,0 0 23 15,-5 10-23-15,5-10 155 0,0 0-155 0,0 0 155 16,2 12-155-16,-2-12 76 0,0 0-76 0,12 9 77 16,9-4-77-16,-21-5 55 0,0 0-55 0,23 7 55 15,3-4-55-15,-26-3 66 0,0 0-66 0,30 0 67 16,3 2-67-16,-33-2-16 0,0 0 16 0,31 1-15 0,-1-1 15 15,-30 0 22-15,0 0-22 0,33 2 22 16,2-2-22-16,-35 0 76 0,0 0-76 0,35 2 77 16,-2 3-77-16,-33-5 33 0,0 0-33 0,40 2 33 0,2 1-33 0,-42-3 44 15,0 0-44-15,48 4 44 0,0-1-44 0,-48-3 18 16,0 0-18-16,55 3 18 0,-3-1-18 16,-52-2-2-16,0 0 2 0,56 0-2 0,0 0 2 0,-56 0 2 15,0 0-2-15,59 0 3 0,2 2-3 0,-61-2 0 16,0 0 0-16,74 2 0 0,3-2 0 0,-77 0 35 15,0 0-35-15,73-2 36 0,-8-2-36 0,-65 4 18 16,0 0-18-16,52 0 18 0,-8-3-18 0,-44 3 12 0,0 0-12 16,47 0 13-16,-2 3-13 0,-45-3 41 15,0 0-41-15,46 0 42 0,-1 0-42 0,-45 0 18 0,0 0-18 16,47 2 19-16,-3 0-19 0,-5 0 20 0,-5 1-20 16,-4-3 20-16,-12 0-20 0,4 0 45 0,3 0-45 0,6 0 46 15,6 0-46-15,-2 0-2 0,0 0 2 0,-12 0-1 16,-8 4 1-16,6-4 0 0,2 0 0 0,7 1 0 15,-1-1 0-15,1 0 21 0,0 0-21 0,-8 0 21 16,-8 0-21-16,6 0-2 0,-1 2 2 0,5-2-1 16,3 0 1-16,-1 0 8 0,-5 0-8 0,-4 0 9 15,-3 2-9-15,4-2 9 0,1 0-9 0,7 0 10 16,2-2-10-16,0 0 1 0,0 1-1 0,-4 1 1 16,-6 0-1-16,3 0 39 0,-4 0-39 0,10 0 40 15,2-4-40-15,-3 4-8 0,-3 0 8 0,-4 0-7 16,-5 0 7-16,7 0 12 0,-3 0-12 0,8 4 12 15,0-4-12-15,0 0-22 0,1 0 22 0,-3 1-22 16,-6 1 22-16,4 0-1 0,3 1 1 0,-4-3 0 0,-4 4 0 16,4-4-2-16,2 1 2 0,1 1-1 0,3 3 1 15,-1-1 3-15,-4-1-3 0,3 0 3 0,-4 3-3 16,2-5-10-16,3 1 10 0,7 1-9 0,-2-1 9 0,4 2 15 16,2-1-15-16,-9-1 15 0,-4-1-15 0,3 1 4 15,2-2-4-15,1 4 4 0,2-4-4 0,1 0 3 16,-2 0-3-16,-6 3 4 0,-8-3-4 0,9 2-5 15,-1-2 5-15,6 1-5 0,2-1 5 0,2 2 32 16,-3 2-32-16,-6-1 32 0,-7-3-32 0,7 3 1 16,1 3-1-16,2-3 1 0,6-3-1 0,-3 2 7 0,1-2-7 15,-7 1 8-15,-5 1-8 0,5 0-3 0,6 0 3 16,4-2-3-16,8-2 3 0,-5 2 39 0,1 2-39 16,2-2 40-16,-4 0-40 0,1 0-7 0,-3-2 7 15,1 2-6-15,1 2 6 0,-3 1 3 0,4-3-3 0,-1 2 3 16,2 1-3-16,-1 1 44 0,-1-1-44 0,1 0 45 15,-8 1-45-15,6-2 0 0,0 1 0 0,-4-3 0 16,2 4 0-16,3-4 35 0,2 0-35 0,0 0 35 16,1 0-35-16,-3 0-54 0,-3 0 54 0,-2 1-54 15,-7 1 54-15,6-2 27 0,1-2-27 0,-3 4 27 16,-4 0-27-16,4 1-2 0,1 1 2 0,-5-4-1 16,-5 0 1-16,6-4 32 0,-1 4-32 0,-2 0 33 15,-3 0-33-15,2 0-41 0,-2 4 41 0,-7-4-41 16,-2 0 41-16,0 0 50 0,2 0-50 0,-2 0 51 0,-3 0-51 15,3 1-38-15,-3-1 38 0,0 2-37 16,-6 0 37-16,-3-2 34 0,11 3-34 0,-11-3 34 0,0 0-34 16,0 0-1-16,0 0 1 0,0 0-1 0,0 0 1 15,0 0 35-15,0 0-35 0,0 0 35 0,0 0-35 16,0 0 32-16,0 0-32 0,0 0 32 0,-5-3-32 0,-4-1-27 16,-3-1 27-16,3 0-27 0,-3 2 27 0,-8-4 34 15,-4 1-34-15,-2-2 35 0,-4 1-35 0,-3 0-18 16,1 2 18-16,-2-4-18 0,-5 6 18 0,4-6-13 15,-3 6 13-15,5-4-12 0,5 2 12 0,-11 2 1 16,-3-1-1-16,-1 1 1 0,-5-1-1 0,1-1-5 16,0 0 5-16,0 2-5 0,-2-1 5 0,2 4 18 15,0-3-18-15,-4 1 19 0,-2 2-19 0,-1 0-45 0,2 2 45 16,-1 1-44-16,1-3 44 0,1 0 12 0,-3 0-12 16,0 4 13-16,-2-3-13 0,-17 3 0 0,-4 3 0 15,16-6 0-15,10 3 0 0,-1-1-38 0,5 1 38 0,-20-1-38 16,-12 2 38-16,10 2 3 0,0-4-3 0,10 3 3 15,12-3-3-15,0 0-35 0,-2 3 35 0,-4-3-35 16,-1-3 35-16,2 3 5 0,-4-1-5 0,-9 5 6 16,-6-4-6-16,15 1-37 0,7-2 37 0,-4 1-36 15,6 0 36-15,-3 1 35 0,-3-2-35 0,1 1 36 16,1 1-36-16,-1-4-40 0,1 0 40 0,4 0-40 16,-4-4 40-16,2 4 33 0,-1-5-33 0,1 5 33 15,1 0-33-15,1-2-5 0,0-3 5 0,14 5-4 16,12 0 4-16,-14 0-2 0,-5-3 2 0,-11 3-2 15,-10-2 2-15,10 0 8 0,2-1-8 0,11 1 9 16,8 2-9-16,-8-3-1 0,-1-1 1 0,17 1-1 0,1-2 1 16,-12 1-4-16,-8 1 4 0,-1 1-3 0,-8-1 3 15,4 3-13-15,-1-4 13 0,5 2-12 0,0-1 12 16,2 0 3-16,2 3-3 0,-1 0 4 0,4 0-4 0,-7 0-5 16,2 0 5-16,-2 0-5 0,7-4 5 0,-3 2 17 15,6 1-17-15,3-1 17 0,8 2-17 0,-9 0-8 16,0-3 8-16,8 3-8 0,1 0 8 0,-6 0-4 15,-6-4 4-15,5 4-3 0,2 0 3 0,-4 0-30 16,-5 4 30-16,11-4-30 0,1 3 30 16,-6-3 2-16,2 2-2 0,3-1 3 0,6-1-3 0,-3 2-8 15,-1 2 8-15,10-4-7 0,3 3 7 0,-3-3-231 0,-2 2 231 16,5-2-230-16,5 0 230 0,-4 0-1360 0</inkml:trace>
  <inkml:trace contextRef="#ctx0" brushRef="#br0" timeOffset="-30342.7">14194 8356 561 0,'0'0'0'0,"0"0"0"0,9-13 0 0,-2 6 214 0,1 3-214 15,-8 4 214-15,12 2-214 0,-12-2 142 0,6 9-142 16,-6-9 142-16,0 0-142 0,0 0 123 0,7 0-123 15,-7 0 123-15,14 5-123 0,-14-5 132 0,0 0-132 0,12 3 132 16,9 1-132-16,-21-4 40 0,0 0-40 16,28 3 41-16,5 2-41 0,-33-5 30 0,0 0-30 0,38 7 30 15,6-4-30-15,-5-1 39 0,-1 2-39 0,-8-4 39 16,1 0-39-16,2 0 52 0,-1 0-52 0,3 0 53 16,1 0-53-16,-36 0 37 0,0 0-37 0,53 0 37 15,8 0-37-15,-2 3 18 0,-1-3-18 0,-2 2 19 16,0-1-19-16,2-2 48 0,-1-1-48 0,11 2 49 15,11 3-49-15,-7-1 38 0,-6 2-38 0,-12-1 38 16,-8-1-38-16,4 1 9 0,1 1-9 0,14 1 10 16,8 2-10-16,-8-4 13 0,1 2-13 0,-12 2 14 15,-12-5-14-15,5-1 56 0,6 3-56 0,-4-2 57 16,1-2-57-16,-3 3-34 0,1 0 34 0,-1-1-34 0,-7-2 34 16,4 0 59-16,-2 0-59 0,-4 0 59 0,0 0-59 0,1 0-11 15,-4-5 11-15,-5 5-10 0,-13-3 10 16,6 1 20-16,-4-2-20 0,-2 3 20 0,-3-1-20 0,2 2 41 15,-2-3-41-15,-5-1 41 0,-4 2-41 0,2 1-2 16,0 1 2-16,-7 0-2 0,11-5 2 0,-11 5 5 16,3-12-5-16,-1 5 6 0,-2 2-6 0,0-4 9 15,-2-1-9-15,0 1 9 0,1 1-9 0,-6-1 0 16,1-1 0-16,-2 1 1 0,-5-3-1 0,-1 0 3 16,-3 0-3-16,1 2 4 0,2 1-4 0,-2 1 29 0,-3 1-29 15,-5 2 29-15,-2-4-29 0,-1 2-23 0,1 0 23 16,5 2-22-16,4 2 22 0,-6-1 2 0,2-1-2 15,2 2 2-15,1-1-2 0,-3 3-38 0,-3-3 38 0,5 4-37 16,1-3 37-16,-3 1 5 0,2 0-5 0,2 0 5 16,6 2-5-16,-3 0-7 0,0 0 7 15,2 0-7-15,0-3 7 0,1 3-5 0,-1 0 5 0,12 0-5 16,-5 0 5-16,5 0 0 0,0 0 0 0,0 0 0 16,0 0 0-16,0 0-30 0,0 0 30 0,0 0-30 15,0 0 30-15,0 0 0 0,0 0 0 0,0 0 1 16,5 7-1-16,-2-2-13 0,6 2 13 0,2 2-12 15,1-6 12-15,2 6 13 0,5-4-13 0,-1 2 13 16,1-1-13-16,2 3-8 0,3-4 8 0,-6 2-8 16,-6-5 8-16,7 5 4 0,0-4-4 0,1 2 5 0,1 2-5 15,0-4-2-15,5 6 2 0,-4-6-1 16,-2 6 1-16,4-6 0 0,1 3 0 0,-4 1 1 0,-2-4-1 16,3 2-1-16,1-1 1 0,-5 1-1 0,-6-2 1 15,2 2 7-15,0 2-7 0,-5-3 8 0,-2-4-8 16,-2 3 0-16,0 0 0 0,-5-3 0 0,7 9 0 0,-7-9 4 15,7 9-4-15,-7-9 5 0,0 0-5 0,0 0 13 16,0 0-13-16,0 0 14 0,-3 12-14 0,-1-4 38 16,-3 2-38-16,-3 2 39 0,-8 0-39 0,-3 1 6 15,-3-1-6-15,1 0 6 0,0-4-6 0,-5-1 2 16,-1 2-2-16,2-3 2 0,3 3-2 0,-1-4-1 16,-4 4 1-16,-1 1 0 0,0-5 0 0,-1 2-140 15,-4 0 140-15,-2 1-140 0,1-2 140 0,-3 2-484 0,2 3 484 16,-3-3-484-16,0 1 484 0,-40 10-935 0</inkml:trace>
  <inkml:trace contextRef="#ctx0" brushRef="#br0" timeOffset="-16929.86">18078 8010 707 0,'0'0'0'0,"0"6"0"0,0 12 0 0,1-13 190 0,3-4-190 16,-1-7 190-16,4-12-190 0,0 8 144 0,-1 2-144 0,-1-3 144 16,-2 6-144-16,-3 5 56 0,7-8-56 0,-7 8 56 15,9 0-56-15,0 0 47 0,0 1-47 0,-1 6 47 16,1-3-47-16,-9-4 73 0,0 0-73 0,9 15 73 15,3 2-73-15,-12-17 45 0,0 0-45 0,11 28 45 16,-3 6-45-16,-8-34 50 0,0 0-50 0,7 39 51 16,-2 6-51-16,-5-45 7 0,0 0-7 0,7 52 8 15,-1 4-8-15,-6-56 31 0,0 0-31 0,12 52 31 16,-3-1-31-16,3-8 40 0,2-7-40 0,-9-12 40 16,0-8-40-16,-5-16 3 0,0 0-3 0,16 18 3 15,5 3-3-15,-21-21 5 0,0 0-5 0,28 15 5 0,9 1-5 16,-37-16 38-16,0 0-38 0,35 10 38 0,7-3-38 15,-42-7-1-15,0 0 1 0,38 4-1 0,6-4 1 16,-9-4 42-16,-6-1-42 0,-6 1 43 0,-5 1-43 0,-1-2 0 16,-1-2 0-16,1-5 1 0,4-3-1 0,-9-1 42 15,2-1-42-15,-3-9 42 0,-1-3-42 0,-6-4 37 16,1-1-37-16,-3 7 38 0,0 3-38 0,-2 0 44 16,-4-4-44-16,4 2 44 0,-7-1-44 0,-2-1-20 15,-3 3 20-15,3 8-20 0,2 1 20 0,-3 1-11 16,-1 1 11-16,1-1-10 0,-1-6 10 0,-3 2-29 15,2-3 29-15,4 11-29 0,8 8 29 0,0 3-194 16,-6-12 194-16,3 3-194 0,-4-1 194 0,-4-9-1385 0</inkml:trace>
  <inkml:trace contextRef="#ctx0" brushRef="#br0" timeOffset="-16410.71">18986 8228 919 0,'0'0'0'0,"-21"-7"0"0,-14 2 0 16,25 1 112-16,12 4-112 0,13 5 113 0,15 7-113 15,-6 0 126-15,3 4-126 0,-6 3 127 0,-7-1-127 16,1 8 52-16,-2 5-52 0,-3-7 52 0,-1 0-52 0,0 4 25 16,-2-1-25-16,-2-10 26 0,0-1-26 15,2-1 9-15,2 1-9 0,-1-1 10 0,-2-3-10 0,1 2-4 16,0-1 4-16,-4-4-3 0,-3-5 3 0,0-4 85 16,4 5-85-16,-4-5 86 0,0 0-86 0,0 0 112 15,5 8-112-15,-5-8 113 0,0 0-113 0,0 0 94 16,0 0-94-16,0 0 94 0,7 0-94 0,2-1 33 15,-4-6-33-15,2-2 34 0,0-3-34 0,2-3 49 16,1-6-49-16,2-3 50 0,4-7-50 0,0-2 45 0,-6-1-45 16,1 10 45-16,-3 4-45 0,3-1 4 0,5 6-4 15,-8 2 5-15,-1 3-5 0,7 5 21 0,-3-4-21 16,-4 8 21-16,-4 1-21 0,4 1 0 0,2 5 0 16,0 9 1-16,3 2-1 0,0 6 7 0,0 4-7 0,-3-3 8 15,-5-3-8-15,4-1-2 0,1 3 2 0,0 1-1 16,-4-6 1-16,4 5 0 0,3-1 0 0,-7-7 1 15,2-6-1-15,2 3-52 0,2 0 52 0,-3-3-52 16,-1-2 52-16,4-1-208 0,1 0 208 0,-5-3-207 16,-4-3 207-16,8 0-1351 0</inkml:trace>
  <inkml:trace contextRef="#ctx0" brushRef="#br0" timeOffset="-15912.21">19896 8200 1614 0,'0'0'0'0,"0"0"0"16,11 9 0-16,-11-9 147 0,0 0-147 0,9 15 148 15,-1 7-148-15,-8-22 95 0,0 0-95 0,6 36 95 16,1 13-95-16,-7-49 33 0,0 0-33 0,3 48 33 16,-3 0-33-16,0-48 3 0,0 0-3 0,2 46 4 15,-2 2-4-15,0-48-13 0,0 0 13 0,2 39-13 16,1-6 13-16,-3-33-337 0,0 0 337 0,4 24-337 15,1-5 337-15,4 26-960 0</inkml:trace>
  <inkml:trace contextRef="#ctx0" brushRef="#br0" timeOffset="-15792.99">19587 7752 1491 0,'0'0'0'0,"5"10"0"0,2 8 0 0,-7-18 100 0,0 0-100 16,0 20 101-16,-1 6-101 0,-5 19-1235 0</inkml:trace>
  <inkml:trace contextRef="#ctx0" brushRef="#br0" timeOffset="-15118.26">20622 8454 1323 0,'0'0'0'0,"-4"-12"0"0,-5-12 0 15,9 24 245-15,0 0-245 0,0-12 245 0,4 0-245 0,-4 12 113 16,0 0-113-16,5-22 113 0,-1-2-113 0,-4 24 71 16,0 0-71-16,-4-26 72 0,-3-5-72 0,7 31 22 15,0 0-22-15,-10-34 23 0,-6-2-23 0,16 36 0 16,0 0 0-16,-19-30 0 0,-6 5 0 0,25 25 33 15,0 0-33-15,-33-17 33 0,-7 5-33 0,40 12 10 16,0 0-10-16,-51 0 10 0,-7 8-10 0,58-8 6 16,0 0-6-16,-62 19 7 0,-7 8-7 0,69-27 4 15,0 0-4-15,-71 54 5 0,-6 16-5 0,77-70 12 0,0 0-12 16,-52 64 12-16,18-1-12 0,34-63-2 0,0 0 2 16,-15 40-1-16,22-13 1 0,-7-27 3 0,0 0-3 15,12 24 3-15,14-12-3 0,-26-12 6 0,0 0-6 0,30 9 6 16,5-9-6-16,-35 0 0 0,0 0 0 0,38-9 1 15,6-3-1-15,-44 12 23 0,0 0-23 0,42-19 24 16,1-8-24-16,-43 27-6 0,0 0 6 0,41-33-6 16,-3-6 6-16,-38 39 46 0,0 0-46 0,33-33 46 15,-5 2-46-15,-28 31 22 0,0 0-22 0,23-24 23 16,-6 5-23-16,-17 19 59 0,0 0-59 0,18-8 60 16,-4 1-60-16,-14 7 60 0,0 0-60 0,16 15 61 15,-1 16-61-15,-15-31-33 0,0 0 33 0,16 34-33 16,-4 14 33-16,-12-48 38 0,0 0-38 0,11 52 38 15,-3 5-38-15,-8-57-26 0,0 0 26 0,13 75-26 16,-1 16 26-16,-12-91 42 0,0 0-42 0,14 84 42 0,2-1-42 16,-16-83-11-16,0 0 11 0,17 65-11 0,-3-10 11 15,-14-55-43-15,0 0 43 0,12 36-43 0,-6-14 43 16,-6-22-137-16,0 0 137 0,7 15-136 0,-4-4 136 16,-3-11-230-16,0 0 230 0,9 1-230 0,5-4 230 0,5-2-1374 15</inkml:trace>
  <inkml:trace contextRef="#ctx0" brushRef="#br0" timeOffset="-14709.36">20850 8154 1446 0,'0'0'0'0,"0"15"0"0,-3 11 0 0,3 0 196 0,0 1-196 0,0 9 197 16,0 7-197-16,0-2 136 0,0 2-136 0,3 0 137 15,-3-3-137-15,0-1 73 0,0 0-73 0,2-9 74 16,0-10-74-16,3 6 38 0,-3-5-38 0,1 6 38 16,1 2-38-16,-2-1 13 0,1-1-13 0,1-11 13 15,-4-13-13-15,0-3 59 0,1 7-59 0,-1-7 60 16,13-2-60-16,-3 0 86 0,4-1-86 0,4-7 86 16,-4-4-86-16,3-1 1 0,0-4-1 0,-1 3 1 15,-5 3-1-15,-11 13 32 0,0 0-32 0,22-28 32 16,5-5-32-16,-1 3 4 0,0-6-4 0,0 5 5 15,0 10-5-15,-1-3-2 0,1 0 2 0,-12 10-1 16,-3 9 1-16,1-3 3 0,-2 4-3 0,-1 4 3 16,-6 0-3-16,4 0 2 0,0 5-2 0,-1 6 2 0,-1 1-2 15,-3 5-3-15,-2 5 3 0,0-1-2 0,0-1 2 16,-2 3-1-16,0 1 1 0,2-4 0 0,0 2 0 16,0 2-38-16,-2 2 38 0,2-7-38 0,0-3 38 0,2-3-293 15,0 3 293-15,0-4-293 0,-2-5 293 0,1 1-402 16,1-1 402-16,-2-7-401 0,0 0 401 0,0 0-787 15</inkml:trace>
  <inkml:trace contextRef="#ctx0" brushRef="#br0" timeOffset="-14374.51">21390 8645 617 0,'0'0'0'0,"-5"6"0"0,-5 8 0 0,10-14 281 0,0 0-281 16,8-5 282-16,6-4-282 0,2 3 159 0,1-1-159 15,-3 5 160-15,-8-1-160 0,6 3 72 0,2 0-72 16,10 0 72-16,3 0-72 0,-1 3 8 0,3-3-8 0,-9 0 9 15,-1 0-9-15,0-3 25 0,2-4-25 0,-3 2 26 16,-1 1-26-16,2-4 95 0,0-4-95 0,-3 5 95 16,-2-2-95-16,-2-3 88 0,1-3-88 0,-8 6 88 15,-2 2-88-15,-3-1 84 0,2-1-84 0,-4-6 85 16,-1-8-85-16,-2 3 72 0,-4-1-72 0,2 9 73 16,2 3-73-16,-4 3 39 0,-5 2-39 0,3 2 40 15,-1 4-40-15,-3 2 2 0,-3 2-2 0,-1 5 2 16,-2 2-2-16,2 0-9 0,1 4 9 0,6-2-9 15,1-5 9-15,4 8 6 0,-1-3-6 0,1 6 6 16,2 1-6-16,1 0-2 0,2 2 2 0,4-1-1 0,5-6 1 16,2 7 13-16,5 2-13 0,3-2 14 15,4 3-14-15,4 0-7 0,1 1 7 0,-3-7-7 0,-1-6 7 16,6 0-34-16,0-1 34 0,0-4-33 0,0-4 33 16,2-3-192-16,-1-3 192 0,-4 0-191 0,-6 0 191 15,27-3-1414-15</inkml:trace>
  <inkml:trace contextRef="#ctx0" brushRef="#br0" timeOffset="-14116.53">22522 8911 1412 0,'0'0'0'0,"0"12"0"16,0 12 0-16,2-5 148 0,0 1-148 0,-2-4 149 16,-2-10-149-16,-1 5 102 0,-6-1-102 0,-7 4 102 15,-1-1-102-15,-4-1 117 0,-4 0-117 0,1-3 117 16,-1-5-117-16,-3-4-5 0,-1 0 5 0,3-4-5 16,5 1 5-16,-7-3-183 0,0-4 183 0,1 5-182 15,1-5 182-15,-24-4-1224 0</inkml:trace>
  <inkml:trace contextRef="#ctx0" brushRef="#br0" timeOffset="10036.95">19189 7136 774 0,'0'0'0'0,"17"2"0"0,10 1 0 16,2 1 85-16,-1-1-85 0,4-3 86 0,4 2-86 15,3-1 85-15,-1-1-85 0,-3 0 86 0,-2 0-86 0,1 0 73 16,6 0-73-16,0 0 73 0,0 0-73 0,6 0 29 16,4 0-29-16,-3 0 29 0,-3-1-29 0,2-1 80 15,-1 2-80-15,-3-3 81 0,2 3-81 0,-1 0 53 16,1 0-53-16,1 3 53 0,-3-3-53 0,4 0 10 16,-1 2-10-16,-5-1 10 0,-3 1-10 0,0 2 17 15,5-4-17-15,-6 3 17 0,3-3-17 0,-3 0 0 0,-2 2 0 16,-1-2 0-16,2-2 0 0,1 2-6 0,-4-3 6 15,-2-1-6-15,-6 2 6 0,2 1-4 0,-3 1 4 16,-6 0-4-16,-4-2 4 0,2 2 63 0,1-3-63 0,-5-1 63 16,-3 2-63-16,1 2 12 0,3 0-12 0,-5 0 13 15,-5 0-13-15,5 0-13 0,0 0 13 0,-7 0-12 16,0 0 12-16,0 0 46 0,0 0-46 0,0 0 47 16,0 0-47-16,0 0 4 0,0 0-4 0,0 0 5 15,0 0-5-15,0 0 2 0,0 0-2 0,0 0 2 16,0 0-2-16,0 0-2 0,0 0 2 0,0 0-1 15,0 0 1-15,0 0-1328 0</inkml:trace>
  <inkml:trace contextRef="#ctx0" brushRef="#br0" timeOffset="13550.67">30783 6903 393 0,'0'0'0'0,"0"0"0"16,0 0 0-16,0 0 117 0,0 0-117 0,0 0 118 15,0 0-118-15,0 0 1 0,0 0-1 0,0 0 2 16,0 0-2-16,0 0 60 0,0 0-60 0,0 0 61 16,0 0-61-16,0 0 7 0,0 0-7 0,0 0 8 15,0 0-8-15,0 0 0 0,0 0 0 0,0 0 0 16,0 0 0-16,0 0 18 0,0 0-18 0,0 0 19 15,0 0-19-15,0 0-548 0</inkml:trace>
  <inkml:trace contextRef="#ctx0" brushRef="#br0" timeOffset="17882.38">23274 8219 1054 0,'0'0'0'0,"-6"17"0"16,1 5 0-16,5-22 104 0,0 0-104 0,0 0 105 15,7-6-105-15,-7 6 103 0,0 0-103 0,0 0 103 16,7-6-103-16,-7 6 143 0,0 0-143 0,2 11 143 16,-2 8-143-16,0-19 104 0,0 0-104 0,0 29 105 15,-2 9-105-15,2-38 78 0,0 0-78 0,-2 39 79 16,1 2-79-16,1-41 50 0,0 0-50 0,0 43 51 0,0 2-51 15,0-45 3-15,0 0-3 0,0 46 4 0,0-6-4 16,1-1 18-16,1-6-18 0,0-6 18 0,1-8-18 16,-1 2 7-16,2-8-7 0,1 13 7 0,2 5-7 15,0-5 8-15,-2-4-8 0,-1-5 8 0,-1-7-8 0,-1 1 0 16,0-4 0-16,-2-7 0 0,3 6 0 0,-3-6-176 16,7 6 176-16,-7-6-175 0,0 0 175 0,0 0-1355 15</inkml:trace>
  <inkml:trace contextRef="#ctx0" brushRef="#br0" timeOffset="18225.14">22592 8149 1054 0,'0'0'0'0,"25"12"0"0,17 6 0 0,-13-4 98 0,-8-2-98 0,-21-12 99 15,-21-17-99-15,9 5 74 0,0 2-74 0,7 5 74 16,3-2-74-16,2 7 102 0,14-9-102 0,3 6 103 16,4 1-103-16,2-1 87 0,3-1-87 0,-6 2 88 15,-1-1-88-15,7 0 65 0,2 3-65 0,7-6 65 16,5 1-65-16,0 4 107 0,0-6-107 0,1 3 108 16,-3 3-108-16,2-3 62 0,0 1-62 0,1 3 63 15,-3 0-63-15,4 0 15 0,2 3-15 0,-4 1 15 16,2-3-15-16,-4 3 34 0,-1-1-34 0,-6 1 35 15,-6 1-35-15,4 2 1 0,1-4-1 0,-5 2 1 16,-8 2-1-16,6 2 0 0,1-1 0 0,-8-1 0 0,-2 2 0 16,3-6-116-16,1 6 116 0,-6-3-115 0,-3 0 115 0,1 1-558 15,3 1 558-15,-5-1-558 0,-1 2 558 16,9 3-553-16</inkml:trace>
  <inkml:trace contextRef="#ctx0" brushRef="#br0" timeOffset="18488.84">22898 8957 1356 0,'0'0'0'0,"11"5"0"15,4 4 0-15,-1-1 142 0,2 3-142 0,1-3 143 16,6 1-143-16,-5-2 103 0,4-4-103 0,-1-1 104 15,-1 1-104-15,2 1 60 0,-1-4-60 0,0 0 60 16,-2 0-60-16,2 0 0 0,0-6 0 0,-3 5 0 16,-6-1 0-16,4 2 9 0,-1-7-9 0,-2 4 9 15,-3-2-9-15,2 1-9 0,2-1 9 0,-3 2-8 16,-1-1 8-16,3-4-63 0,-1 1 63 0,-3 2-62 16,-4 1 62-16,9-5-1308 0</inkml:trace>
  <inkml:trace contextRef="#ctx0" brushRef="#br0" timeOffset="18889">23574 8593 1535 0,'0'0'0'0,"19"5"0"0,15 9 0 0,-6 0 178 16,8 5-178-16,-3-4 179 0,2 2-179 0,2 9 75 15,0 7-75-15,-9-6 76 0,-2 2-76 0,-3 5 53 16,-6-1-53-16,-3-11 54 0,-3 1-54 0,-3-1 0 16,-1-3 0-16,-3-2 0 0,-2-5 0 0,-1 0 1 0,1-2-1 15,2-3 2-15,-4-2-2 0,0 4 12 0,0-6-12 16,0-3 13-16,0 0-13 0,0 0 73 0,0 9-73 16,0-9 73-16,0 0-73 0,0 0 32 0,0 0-32 0,0 0 33 15,0 0-33-15,0 0-1 0,0 0 1 0,0 0 0 16,0 0 0-16,0 0 56 0,-4-9-56 0,4 9 56 15,-3-12-56-15,4 0-16 0,1-5 16 0,5-7-15 16,4-8 15-16,3-1 13 0,1-5-13 0,6 4 13 16,2 3-13-16,0 4-38 0,5 3 38 0,-13 8-37 15,-2 4 37-15,2 3-13 0,3-3 13 0,-3 4-13 16,1 1 13-16,3-2-60 0,1 3 60 0,-12 0-60 16,-6 5 60-16,-2 1-340 0,0 0 340 0,0 0-339 15,11-9 339-15,-1 1-1052 0</inkml:trace>
  <inkml:trace contextRef="#ctx0" brushRef="#br0" timeOffset="21122.65">24415 8557 875 0,'0'0'0'0,"15"7"0"0,10 10 0 0,-1-1 158 15,2-1-158-15,1 2 158 0,1 2-158 0,3 2 122 16,2-1-122-16,-3 4 123 0,0 2-123 0,-4 7 3 15,-3 6-3-15,-1-3 4 0,-1-3-4 0,-3 1 50 16,-3-7-50-16,-4-2 51 0,-4-10-51 0,0 6 25 16,-4-6-25-16,-4-1 26 0,-6 1-26 0,1 1 38 15,1-1-38-15,-2-6 39 0,-3-2-39 0,-1 1 85 16,1-4-85-16,3-1 85 0,2-3-85 0,-4 0 82 0,0-2-82 16,2 1 83-16,2 1-83 0,-2-4 37 0,0-3-37 15,7 7 37-15,-11-5-37 0,11 5 23 0,-10-12-23 0,6 5 24 16,3 2-24-16,-1-5-3 0,2-2 3 0,0 3-3 15,0 4 3-15,3-5-21 0,3 5 21 0,4-7-21 16,2 0 21-16,4 1-25 0,5-1 25 0,-3 4-24 16,-5 2 24-16,8 0-4 0,6 0 4 0,-5 3-3 15,-1 0 3-15,4-1 0 0,3-1 0 0,-9 2 0 16,-3 3 0-16,6-4-1 0,3 1 1 0,-8 1 0 16,-3-1 0-16,7-6 5 0,2 0-5 0,-2-1 6 15,-2 2-6-15,2-4 15 0,-2-4-15 0,-1 8 16 16,-2-3-16-16,1 1 4 0,-1 0-4 0,-4 1 4 15,-3 0-4-15,1 3 14 0,4-3-14 0,-14 9 15 16,5-12-15-16,-1 5 0 0,1 0 0 0,-5 7 1 0,4-10-1 16,-4 10 22-16,0-7-22 0,0 7 23 0,0-8-23 15,0 8-19-15,0 0 19 0,0 0-18 0,-7-11 18 16,7 11 10-16,0 0-10 0,-11-5 10 0,-8-4-10 16,19 9-10-16,0 0 10 0,-18-3-9 0,-1-2 9 0,19 5-46 15,0 0 46-15,-22 5-46 0,-3 4 46 0,25-9-13 16,0 0 13-16,-17 22-12 0,-3 7 12 0,20-29-16 15,0 0 16-15,-10 40-15 0,3 3 15 0,7-43 0 16,0 0 0-16,3 42 0 0,10 3 0 0,-13-45 1 16,0 0-1-16,22 43 1 0,13-4-1 0,-35-39 40 15,0 0-40-15,44 35 41 0,10-4-41 0,-54-31 36 16,0 0-36-16,72 31 37 0,13-7-37 0,-85-24 33 0,0 0-33 16,84 12 34-16,0-7-34 0,-84-5 15 0,0 0-15 15,79-2 16-15,-11-8-16 0,-68 10 13 0,0 0-13 16,56-17 13-16,-7-6-13 0,-49 23 45 0,0 0-45 15,33-26 46-15,-16-1-46 0,-17 27 2 0,0 0-2 0,13-27 2 16,-8-6-2-16,-5 33 45 0,0 0-45 0,-2-28 46 16,-5-2-46-16,7 30-41 0,0 0 41 0,-16-21-41 15,-8 6 41-15,24 15 0 0,0 0 0 0,-30-7 0 16,-8 8 0-16,38-1 0 0,0 0 0 0,-37 11 0 16,-5 8 0-16,42-19-45 0,0 0 45 0,-33 18-44 15,3 3 44-15,30-21 0 0,0 0 0 0,-21 21 0 16,7-1 0-16,14-20-2 0,0 0 2 0,-3 23-1 15,5-5 1-15,-2-18 37 0,0 0-37 0,7 18 37 16,5-10-37-16,-12-8-18 0,0 0 18 0,19 7-18 16,5-7 18-16,-24 0 37 0,0 0-37 0,25-5 38 0,3-5-38 15,-28 10-13-15,0 0 13 0,26-16-12 0,-1-1 12 16,-25 17-1-16,0 0 1 0,24-27 0 0,0-13 0 16,-24 40 12-16,0 0-12 0,23-48 12 0,-2-14-12 0,-21 62-1 15,0 0 1-15,19-60-1 0,-3-5 1 0,-16 65 4 16,0 0-4-16,14-53 5 0,-3 5-5 15,-11 48 3-15,0 0-3 0,8-42 4 0,-2 8-4 0,-6 34-7 16,0 0 7-16,5-26-6 0,0 11 6 0,-5 15-25 16,0 0 25-16,2-7-24 0,1 7 24 0,-3 0-8 15,0 0 8-15,4 19-8 0,-1 10 8 0,-3-29-2 16,0 0 2-16,4 43-1 0,1 12 1 0,-2-2-10 0,1 6 10 16,-1-8-10-16,1-3 10 0,-4-48-1 15,0 0 1-15,7 45 0 0,3-2 0 0,-10-43 0 0,0 0 0 16,13 39 0-16,-1-5 0 0,-12-34 47 0,0 0-47 0,17 30 48 15,3-10-48-15,-20-20 38 0,0 0-38 16,21 16 39-16,1-6-39 0,-22-10-3 0,0 0 3 16,28 5-3-16,4-12 3 0,-32 7 52 0,0 0-52 0,29-14 52 15,-2-4-52-15,-1-3 1 0,-3-1-1 0,-3-2 1 16,0 0-1-16,-3-7 3 0,1-5-3 0,-4 10 3 16,-6 0-3-16,3 2-11 0,-1 4 11 0,-4 8-10 15,-3 3 10-15,1 2-70 0,-1 4 70 0,-3 3-70 16,0 0 70-16,0 0 34 0,0 0-34 0,0 19 34 15,-2 8-34-15,1 1-23 0,-3 2 23 0,2-9-22 16,1-4 22-16,1 2 22 0,1-2-22 0,3 6 22 16,1 1-22-16,2 0-9 0,0-6 9 0,0 0-9 0,-2-12 9 15,4 5 4-15,0-1-4 0,8-3 4 0,6 2-4 16,1-6 3-16,3 2-3 0,-5-5 4 0,-3 4-4 16,2-8-1-16,2 1 1 0,-4-1 0 0,2-1 0 15,0-2 29-15,0-3-29 0,-3 3 29 0,-4 0-29 0,1-1-3 16,3-4 3-16,-6 3-3 0,-3 2 3 0,1 2 38 15,3-5-38-15,-13 10 38 0,5-9-38 0,-5 9-10 16,0 0 10-16,0 0-10 0,0 0 10 0,0 0-48 16,0 0 48-16,0 0-48 0,2 7 48 0,-1 2 18 15,-1-3-18-15,0 3 19 0,0 0-19 0,0-1-34 16,0 4 34-16,2-2-34 0,0 2 34 0,1-3 15 0,1 3-15 16,1-3 15-16,-5-2-15 0,5-2-2 0,1 2 2 15,1-2-1-15,0 2 1 0,3-2 6 0,2 5-6 16,4-8 7-16,1-1-7 0,8-1 0 0,3-3 0 0,-14 3 0 15,-9-3 0-15,2 3 9 0,0 0-9 0,11-6 10 16,4 3-10-16,-1-6 0 0,-2 3 0 0,-5 2 0 16,-3 1 0-16,-1-1 1 0,1 3-1 0,1-8 1 15,0-1-1-15,1-2-2 0,1-2 2 0,-4 4-1 16,-3 1 1-16,2-6 0 0,-1-3 0 0,1-4 0 16,2-7 0-16,-3-2-5 0,1-8 5 0,-2 3-5 15,-2-9 5-15,1 4 1 0,-1 0-1 0,0 4 2 16,-3 7-2-16,3-1-1 0,-1 3 1 0,-1 15 0 15,-1 6 0-15,0-2 18 0,-2-3-18 0,0 12 18 16,0 0-18-16,0 0-45 0,0 0 45 0,0 0-44 16,-6 7 44-16,1 3-20 0,-2 2 20 0,-2 12-20 0,-3 11 20 15,3 7 1-15,1 1-1 0,2 2 2 0,5 3-2 16,-1-8-52-16,2-1 52 0,2-10-52 0,-1-3 52 16,3 0 40-16,1-4-40 0,-3-8 41 0,0-4-41 15,-1 2-2-15,3 0 2 0,-1-7-1 0,-1-1 1 0,-2-4 10 16,12 10-10-16,-12-10 10 0,9 5-10 0,-4-5 65 15,4-3-65-15,5-1 65 0,5-1-65 0,4-5-13 16,1-2 13-16,-3 7-13 0,0-4 13 0,4 2 1 16,-1-1-1-16,-1 2 1 0,-6 3-1 0,4-4-9 15,0 4 9-15,-5 1-8 0,-4 4 8 0,2-1-29 16,0 1 29-16,-3 2-29 0,-4-1 29 0,0 6 0 0,0 3 0 16,-4-6 1-16,-3 3-1 0,-1 0-22 0,-5 3 22 15,1 0-22-15,-2-2 22 0,-7 2 5 0,-3 2-5 16,-1-6 5-16,-3 3-5 0,-2-3 0 0,-3-1 0 15,7-4 0-15,0 3 0 0,-4-6 47 0,-1 0-47 0,8 0 47 16,5 0-47-16,-1 0-4 0,0-6 4 0,3 3-4 16,4 0 4-16,5 3 0 0,-10-12 0 0,8 0 0 15,4 0 0-15,1-4 0 0,4-5 0 0,2 6 0 16,-1-4 0-16,12-5 4 0,6-2-4 0,2-8 4 16,5-5-4-16,-2-4-10 0,3-9 10 0,2 8-9 15,1-3 9-15,0 6 7 0,-2 2-7 0,-13 15 8 16,-6 5-8-16,0 2-40 0,1 5 40 0,-4-1-39 15,-3 5 39-15,1 1 2 0,-1 4-2 0,-10 3 2 16,7-4-2-16,-7 4-2 0,9 9 2 0,-4 6-1 16,0 8 1-16,-1 1-48 0,-3 8 48 0,3 4-48 15,-2 7 48-15,-1 2 41 0,3 4-41 0,-1-9 42 0,3-1-42 16,2-1-27-16,1-2 27 0,3-1-27 0,4-11 27 16,0 3 4-16,0 1-4 0,-1-11 4 0,1-2-4 15,1 1 43-15,3-1-43 0,-5-6 44 0,-1-4-44 0,4 2 1 16,1-4-1-16,0 0 2 0,-1-3-2 0,3-1 62 15,3-1-62-15,-5-7 62 0,-3 3-62 0,5-6 0 16,0-6 0-16,4 0 0 0,-1-6 0 0,0-2 10 16,-1 0-10-16,-5 4 10 0,-6 1-10 0,2-3 10 15,0-5-10-15,-4-2 10 0,-1-2-10 0,-4 11 8 16,-3-2-8-16,-2 9 8 0,-3 8-8 0,-6 5-34 0,-5 4 34 16,-5 8-34-16,-4 6 34 0,-2 4 19 15,-3-1-19-15,8-4 20 0,0 3-20 0,-1-3-38 0,0 2 38 16,7 2-38-16,6-3 38 0,-3 1 20 0,2 5-20 15,8-8 20-15,2 5-20 0,6-4 2 0,6 2-2 16,4 2 2-16,9-3-2 0,9-1 42 0,9-3-42 0,1 0 42 16,6-3-42-16,1-6-52 0,4 0 52 0,-3 3-52 15,-1-6 52-15,-1 0-93 0,0 0 93 0,-13 0-92 16,-8 0 92-16,5 0-596 0,0-4 596 0,-18 2-595 16,-8 1 595-16,19-1-660 0</inkml:trace>
  <inkml:trace contextRef="#ctx0" brushRef="#br0" timeOffset="22865.86">29263 9261 527 0,'0'0'0'0,"0"0"0"16,0 0 0-16,0 0 227 0,0 0-227 0,0 0 228 15,0 0-228-15,0 0 109 0,0 0-109 0,0 0 110 16,0 0-110-16,0 0 106 0,0 0-106 0,0 0 106 15,0 0-106-15,0 0 41 0,19-9-41 0,-8 4 42 16,1 2-42-16,2-1 52 0,3 4-52 0,-1 0 53 16,3 0-53-16,0 4 103 0,-1-1-103 0,-4 0 104 15,-4-1-104-15,3 3 76 0,-3 2-76 0,-1 2 76 16,-4 1-76-16,0 2 105 0,1 0-105 0,-3-3 105 16,-3-3-105-16,0 6 0 0,-3-3 0 0,-1 7 0 15,-1-3 0-15,-4 4 39 0,-5 4-39 0,4-7 39 16,1 1-39-16,-5-1 5 0,-4 3-5 0,6-1 6 0,2-4-6 15,-8 1 15-15,-4-2-15 0,8-3 15 0,5-1-15 16,-9 5 5-16,-1-3-5 0,2-1 5 0,1 1-5 0,-3 1-120 16,-2-5 120-16,7-1-119 0,3-1 119 0,-13 6-1456 15</inkml:trace>
  <inkml:trace contextRef="#ctx0" brushRef="#br0" timeOffset="23939.47">29457 8557 919 0,'0'0'0'0,"10"5"0"16,6 7 0-16,-9-5 174 0,-3-7-174 0,-4 0 174 15,7 4-174-15,-7-4 106 0,0 0-106 0,0 0 106 16,10 12-106-16,-1 1 59 0,0 4-59 0,-1 4 60 16,1 0-60-16,0 1 46 0,-2 11-46 0,0-1 46 15,-2 8-46-15,-2-6-10 0,3 0 10 0,-3-8-9 16,1-5 9-16,-1-4-12 0,1 0 12 0,1 0-12 16,0-1 12-16,0-3 44 0,2 1-44 0,-3-5 45 15,-1-4-45-15,-3-5 92 0,6 10-92 0,-6-10 93 0,0 0-93 16,0 0 59-16,0 0-59 0,0 0 59 0,0 0-59 15,0 0 56-15,0 0-56 0,0 0 57 0,0 0-57 16,0 0 5-16,0 0-5 0,0 0 5 0,0-9-5 16,-2-1 5-16,-2-4-5 0,1 1 6 0,-2-1-6 0,-2-8 32 15,0-6-32-15,0-4 32 0,1-4-32 16,3-4-2-16,-1 1 2 0,3 6-1 0,1 2 1 0,0 2 10 16,1-2-10-16,1 0 10 0,0 2-10 0,0 1 0 15,1 1 0-15,1 5 0 0,-3 8 0 0,3-1 52 16,-2-1-52-16,-1 1 52 0,-1 1-52 0,2 0-4 15,-2 0 4-15,0 8-4 0,0 0 4 16,0 6 0-16,0 0 0 0,0 0 0 0,0 0 0 0,4 9-1 0,3 5 1 16,1 3 0-16,3 4 0 0,-1 3-57 0,3 0 57 15,1 3-56-15,1 4 56 0,3 2 9 0,3-3-9 16,1 3 9-16,1-2-9 0,0 3-8 0,0 1 8 0,-1 1-8 16,1-4 8-16,0-1 43 0,1-3-43 0,-6-8 44 15,-6-8-44-15,5 2 8 0,4-2-8 0,-3-2 9 16,-1 1-9-16,2-3 38 0,6-1-38 0,-13-2 38 15,-5-1-38-15,7-1 7 0,4-1-7 0,1-1 7 16,3-1-7-16,-1-1 10 0,2-3-10 0,-11 3 11 16,-5 1-11-16,2-4 45 0,0-1-45 0,1-2 45 15,1-8-45-15,-1-3 2 0,3-4-2 0,-3 2 2 16,-1-4-2-16,-1-4 25 0,-1 1-25 0,-1 8 26 16,-1 5-26-16,-2-1-6 0,1-3 6 0,-2 8-5 15,-4 3 5-15,2-1 1 0,-2-1-1 0,0 1 2 16,-1 4-2-16,3 4-44 0,-9-12 44 0,9 12-43 15,-9-12 43-15,3 5 0 0,-1 2 0 0,7 5 0 0,-11-10 0 16,2 8-232-16,-1-1 232 0,5-1-232 0,-1 2 232 16,-6-1-1412-16</inkml:trace>
  <inkml:trace contextRef="#ctx0" brushRef="#br0" timeOffset="24292.54">30364 8955 494 0,'0'0'0'0,"7"14"0"0,3 10 0 0,1-3 72 0,-1-6-72 16,-3-3 73-16,-3-7-73 0,4 4 97 0,3 1-97 0,-1-5 97 15,1 2-97-15,4 0 60 0,3-2-60 0,-8-1 60 16,-4-3-60-16,8-1 241 0,3-1-241 0,2-3 241 15,2 1-241-15,2-3 190 0,1-2-190 0,-10 4 191 16,-8 3-191-16,6-4 186 0,0-1-186 0,-1 0 186 16,-1-3-186-16,-1-1 112 0,0-2-112 0,-6 7 112 15,-1-1-112-15,-2 6 3 0,-7-6-3 0,0-3 3 16,-2 2-3-16,9 7 9 0,0 0-9 0,-19-12 9 16,-7 0-9-16,26 12-21 0,0 0 21 0,-27-9-21 15,0-1 21-15,27 10-132 0,0 0 132 0,-27-5-131 16,-1 0 131-16,28 5-518 0,0 0 518 0,-21-4-517 15,6 1 517-15,-20-4-633 0</inkml:trace>
  <inkml:trace contextRef="#ctx0" brushRef="#br0" timeOffset="24608.53">30823 8294 931 0,'0'0'0'0,"-12"38"0"0,-11 27 0 0,23-65 186 16,0 0-186-16,-2 11 186 0,11-28-186 0,-9 17 171 16,0 0-171-16,9 0 171 0,1 3-171 0,-10-3 141 15,0 0-141-15,9 17 142 0,0 11-142 0,-9-28 126 0,0 0-126 16,5 31 126-16,-3 8-126 0,-2-39 70 0,0 0-70 16,2 41 71-16,-2 9-71 0,0-50 2 0,0 0-2 0,1 51 3 15,3 10-3-15,-4-61 98 0,0 0-98 0,9 51 98 16,1 0-98-16,-10-51 1 0,0 0-1 0,16 49 2 15,1-13-2-15,-17-36 36 0,0 0-36 0,25 34 36 16,3-5-36-16,-28-29 21 0,0 0-21 16,35 24 21-16,5-8-21 0,-40-16-157 0,0 0 157 0,40 6-157 15,4-4 157-15,-44-2-514 0,0 0 514 0,42-3-513 16,-2-6 513-16,44-3-786 0</inkml:trace>
  <inkml:trace contextRef="#ctx0" brushRef="#br0" timeOffset="24872.05">30330 8605 1558 0,'0'0'0'0,"21"12"0"0,14 7 0 0,-35-19 158 15,0 0-158-15,42 17 159 0,7 4-159 0,-49-21 133 16,0 0-133-16,51 15 134 0,7-3-134 0,-58-12-20 15,0 0 20-15,55 4-19 0,1-6 19 0,-56 2-2 16,0 0 2-16,55-7-2 0,0-8 2 0,-55 15-2 16,0 0 2-16,63-19-2 0,4-5 2 0,-67 24 1 15,0 0-1-15,52-17 2 0,-10 1-2 0,-5 8-4 16,-9-3 4-16,-9 6-4 0,-7 2 4 0,2-1-519 0,0 2 519 16,2 2-519-16,3-3 519 0,18 0-600 0</inkml:trace>
  <inkml:trace contextRef="#ctx0" brushRef="#br0" timeOffset="25515.39">31576 8560 1267 0,'0'0'0'0,"-7"6"0"15,-5 0 0-15,12-6 144 0,0 0-144 0,0 16 144 16,5 5-144-16,-1-4 82 0,-1 5-82 0,-1-8 83 0,-2-1-83 16,-2 3 44-16,-3 1-44 0,0 7 44 15,-4 4-44-15,4-1 0 0,1 2 0 0,1-10 0 0,1-3 0 16,2-3 106-16,0 1-106 0,3 0 106 0,3 5-106 16,2-7 95-16,3 3-95 0,-6-8 96 0,-1-2-96 0,-4-5 53 15,8 3-53-15,3-1 54 0,1 0-54 0,-1-2 34 16,1 0-34-16,-3 0 34 0,-4-2-34 0,2 0 33 15,-2-4-33-15,2-6 33 0,2-4-33 0,-2-8-2 16,0-5 2-16,-2 2-2 0,-3-1 2 0,1-5 38 16,2 3-38-16,1 6 39 0,-1-4-39 0,0 1-6 15,-1-3 6-15,1 8-5 0,0 3 5 0,2-1 21 16,0-1-21-16,-2 9 21 0,-3 3-21 0,2 3 1 0,-3-3-1 16,-1 9 2-16,4-12-2 0,-4 12-1 0,2-9 1 15,-2 9 0-15,0 0 0 0,0 0-38 0,0 0 38 16,3 9-38-16,4 3 38 0,2 9-49 0,1 6 49 0,1-3-48 15,-2 4 48-15,3 1 30 0,2 5-30 0,-4 2 30 16,2-2-30-16,2 4 5 0,2 2-5 0,-5-9 6 16,-3-7-6-16,6-4-2 0,2 1 2 0,3-2-2 15,4 0 2-15,1-6 55 0,1-1-55 0,-8-1 56 16,-3-8-56-16,2 0-17 0,3-1 17 0,-1 2-16 16,-1-4 16-16,2-4 55 0,1 2-55 0,-6 1 55 15,-6-3-55-15,5 3 46 0,-3-6-46 0,-1 2 47 16,0-6-47-16,-1-1-7 0,3-5 7 0,-4 5-6 15,-4 2 6-15,3-4 26 0,1-1-26 0,-2-9 26 16,0-11-26-16,-1 6-20 0,-3 2 20 0,1 6-19 0,-2 9 19 16,0 2-3-16,0 1 3 0,0 1-3 15,-2-3 3-15,-1 3-31 0,-4-1 31 0,3-1-31 0,1 3 31 16,-4 0-47-16,-2-2 47 0,2 3-47 0,-2-1 47 0,-3-2-281 16,-2 1 281-16,4-1-280 0,1 2 280 0,-3-1-496 15,-1-1 496-15,5 2-496 0,2 0 496 0,-8-7-580 16</inkml:trace>
  <inkml:trace contextRef="#ctx0" brushRef="#br0" timeOffset="26525.9">32355 8712 1502 0,'2'5'0'0,"7"20"163"0,3 13-163 0,-5-14 164 16,-3-5-164-16,3 0 115 0,0 2-115 0,1 3 115 16,3 0-115-16,-1-4 55 0,-1-1-55 0,-2-7 55 15,-4-5-55-15,4 2-7 0,2-4 7 0,-2 2-6 16,-2-4 6-16,4 0 9 0,2 3-9 0,-4-6 10 15,-2 1-10-15,4 1 15 0,3 1-15 0,-3-1 16 16,-2-2-16-16,3 0 5 0,2-2-5 0,-3 1 5 16,-4-1-5-16,6-1 55 0,-1-1-55 0,1-1 56 15,-3 2-56-15,5-6-26 0,-1-1 26 0,-2 5-25 0,1-4 25 16,-1 2 56-16,3-3-56 0,-5 3 57 0,-2 0-57 16,1 0-34-16,0 2 34 0,-7 5-34 0,0 0 34 15,0 0 35-15,0 0-35 0,0 0 36 0,0 0-36 0,0 0-8 16,7 0 8-16,-7 0-8 0,7 3 8 0,-7-3-1 15,10 11 1-15,-5-4 0 0,0 1 0 0,2 2-1 16,0 4 1-16,-1-3 0 0,-5-6 0 0,6 3 18 16,4 3-18-16,8 1 19 0,7 0-19 0,-1-6 10 15,-1 3-10-15,-6 0 10 0,-4-6-10 0,5-3 18 16,0 0-18-16,-5 2 18 0,0-4-18 0,4-1 9 16,1-1-9-16,-2-1 9 0,-1-2-9 0,1-1 9 0,1-4-9 15,-6 0 9-15,-3 3-9 0,1-6 44 0,-1-6-44 16,-2-10 44-16,0-8-44 0,-2-4-12 0,1 0 12 15,-3 5-12-15,-1-1 12 0,0-1 59 0,-1 4-59 0,-1 0 59 16,0 5-59-16,0-5-55 0,0-7 55 16,0 12-54-16,-1 5 54 0,-1-4 3 0,-2-1-3 0,3 14 3 15,-3 5-3-15,-1-4-1 0,0 4 1 0,1 0-1 16,2 2 1-16,-3-1-31 0,-4-1 31 0,9 12-31 16,-3-6 31-16,3 6 1 0,-9 0-1 0,2 3 1 15,0 2-1-15,-7 5-42 0,-3 6 42 0,3 6-42 16,2 9 42-16,1 2-13 0,1 3 13 0,4-5-13 15,3-4 13-15,-1 4-3 0,3 2 3 0,1-1-3 16,3 3 3-16,2 1 0 0,1-2 0 0,2 7 0 16,5-1 0-16,0-1 6 0,5 1-6 0,-2-10 6 15,-1-4-6-15,6 0 35 0,2-6-35 0,-2 1 35 0,-2-2-35 16,4-4 0-16,3-1 0 0,-1-4 0 0,-3-1 0 16,6 0 66-16,2-4-66 0,-4-2 66 0,-1-3-66 15,1-2-1-15,2-1 1 0,0-4 0 0,-2 2 0 0,-26 5 5 16,0 0-5-16,28-15 6 0,2-13-6 0,-30 28 46 15,0 0-46-15,28-45 46 0,0-13-46 0,-28 58-13 16,0 0 13-16,21-60-13 0,-4-12 13 0,-17 72 21 16,0 0-21-16,16-79 21 0,-2-15-21 0,-14 94-5 15,0 0 5-15,5-81-4 0,-7 4 4 0,2 77 5 16,0 0-5-16,-3-48 5 0,-3 22-5 0,6 26-4 16,0 0 4-16,-10-19-3 0,-4 12 3 0,14 7-49 15,0 0 49-15,-19 11-49 0,-6 14 49 0,25-25-44 0,0 0 44 16,-26 35-44-16,-4 11 44 0,30-46 19 0,0 0-19 15,-24 48 20-15,1 9-20 0,23-57-24 0,0 0 24 16,-19 82-23-16,2 18 23 0,17-100 31 0,0 0-31 0,0 87 31 16,10-3-31-16,-10-84-1 0,0 0 1 0,25 74 0 15,11-12 0-15,-36-62-2 0,0 0 2 0,39 58-2 16,4-6 2-16,-43-52 38 0,0 0-38 0,39 41 38 16,-3-3-38-16,-36-38 2 0,0 0-2 0,23 18 2 15,-18-9-2-15,-5-9-190 0,0 0 190 0,0 5-189 16,0-7 189-16,0-1 0 0,0 3 0 15</inkml:trace>
  <inkml:trace contextRef="#ctx0" brushRef="#br0" timeOffset="28876.01">18345 9352 852 0,'0'0'0'0,"0"0"0"15,0 0 0-15,-7 0 111 0,-5 0-111 0,5 0 111 0,3 0-111 16,4 0 162-16,-8 0-162 0,8 0 162 0,-9 0-162 15,9 0 75-15,-11 0-75 0,11 0 76 0,-7 0-76 16,7 0 49-16,0 0-49 0,0 0 49 0,0 0-49 0,0 0 67 16,0 0-67-16,0 0 67 0,9 7-67 0,2-6 83 15,1 6-83-15,2-3 84 0,3 1-84 0,8 2 51 16,4-4-51-16,1 2 52 0,5-1-52 0,-3-1 29 16,-1 0-29-16,0-1 29 0,-1 2-29 0,5-4 27 15,0 0-27-15,3 3 27 0,-3 0-27 0,9 3 38 16,2-6-38-16,1 3 38 0,2 0-38 0,1-1-2 15,-1 2 2-15,2-4-2 0,0 3 2 0,3-3 1 0,2 2-1 16,1-2 2-16,4 0-2 0,6 0 35 0,11 0-35 16,-8 0 36-16,-3 1-36 0,-13 1 9 0,-7-2-9 15,18 4 10-15,3-1-10 0,2-3 32 0,-2 0-32 0,-11 2 32 16,-11-2-32-16,24 1-1 0,10 1 1 0,-8 0 0 16,1 3 0-16,1-5 12 0,-3 0-12 0,1 0 13 15,-2 0-13-15,-2 0 0 0,2 0 0 0,0 0 0 16,-2 0 0-16,0 0 25 0,5 0-25 0,-8 0 26 15,0 0-26-15,-1 0-11 0,3 0 11 0,-1 0-11 16,0 0 11-16,6 0 45 0,1 3-45 0,-8-1 46 16,0 0-46-16,-9 0-27 0,-7-2 27 0,17 3-27 15,11-3 27-15,-2 0 45 0,2 0-45 0,-2 4 46 16,-3-3-46-16,1 3-19 0,4-1 19 0,-7 1-18 16,-2-3 18-16,3 1 19 0,-1-2-19 0,-2 5 20 15,2-1-20-15,0-3-1 0,4 1 1 0,-3 1-1 0,-6 3 1 16,0-5 15-16,-1 4-15 0,6 1 16 0,3-6-16 15,-1 3-32-15,-4-3 32 0,-1 2-32 0,-6 1 32 0,12 1 38 16,4 1-38-16,-5-2 38 0,-4 1-38 0,3-1-34 16,-1 0 34-16,-3 3-34 0,-1-1 34 0,9 2 9 15,-1-1-9-15,-1 0 10 0,-1 0-10 0,1-4 0 16,2 2 0-16,-3 3 0 0,-4 1 0 0,2 1 36 16,0-2-36-16,-2 1 36 0,-4 1-36 0,3-2-12 15,3-1 12-15,-2 0-12 0,2-3 12 0,0 0 19 16,0-1-19-16,1 5 20 0,-1-2-20 0,-2 7-9 15,0 2 9-15,2-4-8 0,-2-3 8 0,4 0 45 0,3 2-45 16,4-4 45-16,-1 2-45 0,3-1 49 0,-3 5-49 16,-1-1 50-16,2-1-50 0,5-6-29 0,0 0 29 15,-2 3-29-15,-4 0 29 0,8 0 54 0,1-3-54 0,-5 4 55 16,4 1-55-16,-4 1-30 0,4-4 30 0,-2 2-30 16,-4-2 30-16,4 6 40 0,-2-8-40 0,0 2 41 15,4 0-41-15,-6 0-31 0,2 1 31 0,-1-5-31 16,-5 1 31-16,7 1 40 0,0 3-40 0,-4-3 40 15,1-3-40-15,2 3-14 0,4 3 14 0,-2-1-13 16,-4 2 13-16,2-2 5 0,-1 0-5 0,-1 0 5 16,4-5-5-16,-4 5 0 0,1 2 0 0,-3-4 0 15,-4 6 0-15,4-4 14 0,3 2-14 0,-8-3 15 16,1-3-15-16,1 3-1 0,-2-1 1 0,-3 2-1 16,-2 0 1-16,2 1-1 0,2-3 1 0,-4-1-1 15,-4-1 1-15,1 5-8 0,-2 0 8 0,2 0-8 0,-1-3 8 16,-10-1 1-16,-6 1-1 0,2 1 1 0,-3-1-1 15,16 0 1-15,9 6-1 0,-7-6 1 0,1 6-1 16,-12-6 4-16,-10 3-4 0,1-1 5 0,2 0-5 16,1 3 0-16,-3 1 0 0,4-5 0 0,0-1 0 0,3 2 0 15,4-1 0-15,9-3 0 0,6 3 0 0,-15 3 0 16,-7-2 0-16,0 2 0 0,-2-6 0 0,2 3 5 16,-2-3-5-16,2 1 5 0,-3-2-5 0,-46 0 15 15,0 0-15-15,73 4 16 0,16-1-16 0,-89-3 0 16,0 0 0-16,88 5 0 0,8 2 0 0,-96-7-1 15,0 0 1-15,89 5-1 0,2 2 1 0,-91-7-5 16,0 0 5-16,94 3-4 0,-1 6 4 0,-93-9 0 0,0 0 0 16,92 7 0-16,-3 3 0 0,-89-10 0 0,0 0 0 15,88 10 0-15,-6-1 0 0,-82-9 2 0,0 0-2 0,91 12 3 16,5-3-3-16,-96-9 12 0,0 0-12 0,85 10 12 16,-3 0-12-16,-82-10 1 0,0 0-1 15,65 7 1-15,-18 0-1 0,-47-7 0 0,0 0 0 0,33 2 0 16,-13-1 0-16,-20-1 0 0,0 0 0 0,14 2 0 15,-14-2 0-15,0 0-1 0,0 0 1 0,0 0 0 16,0 0 0-16,0 0 6 0,0 0-6 0,0 0 6 16,0 4-6-16,0-4 0 0,0 0 0 0,0-16-1032 47,0-4 1032-47,0-17-1316 0</inkml:trace>
  <inkml:trace contextRef="#ctx0" brushRef="#br0" timeOffset="29902.97">22977 3922 561 0,'0'0'0'0,"0"0"0"0,0 0 0 15,0 0 175-15,0 0-175 0,0 0 175 0,0-28-175 0,0 28 139 16,0 0-139-16,0-12 139 0,0 0-139 16,0 12 79-16,0 0-79 0,0-10 80 0,0 5-80 0,0 5 99 15,0 0-99-15,0 0 99 0,10 3-99 0,-10-3 75 16,0 0-75-16,12 21 76 0,4 11-76 0,-16-32 62 15,0 0-62-15,18 35 63 0,-1 7-63 0,-17-42 0 16,0 0 0-16,19 42 0 0,1 1 0 0,-20-43 58 16,0 0-58-16,20 39 59 0,1 1-59 0,-21-40-24 0,0 0 24 15,23 39-23-15,-2-3 23 0,-21-36 15 0,0 0-15 16,21 40 15-16,-2 4-15 0,-19-44 56 0,0 0-56 16,16 40 57-16,2 3-57 0,-18-43 23 0,0 0-23 15,15 36 24-15,1-4-24 0,-16-32-443 0,0 0 443 0,14 31-443 16,-4-7 443-16,17 31-727 0</inkml:trace>
  <inkml:trace contextRef="#ctx0" brushRef="#br0" timeOffset="31583.82">32182 6111 270 0,'0'0'0'0,"0"0"205"15,0 0-205-15,0 0 205 0,0 0-205 0,0 0 126 16,0 0-126-16,0 0 126 0,0 0-126 0,0 0 144 0,0 0-144 16,0 0 144-16,0 0-144 0,0 0 55 0,0 0-55 15,0 0 56-15,7-22-56 0,-7 22 77 0,0 0-77 0,6-17 77 16,1 2-77-16,-7 15 48 0,0 0-48 15,8-16 49-15,1 1-49 0,-9 15 13 0,0 0-13 16,11-9 13-16,1-1-13 0,-12 10 23 0,0 0-23 0,10-5 24 16,1-1-24-16,-11 6 0 0,0 0 0 0,9-1 1 15,-2 1-1-15,-7 0-27 0,0 0 27 0,0 0-27 16,8 1 27-16,-8-1 5 0,0 0-5 0,0 0 5 16,-3 9-5-16,3-9 18 0,0 0-18 0,-11 5 18 15,-6 4-18-15,17-9 14 0,0 0-14 0,-21 7 15 16,-4-1-15-16,25-6 41 0,0 0-41 0,-29 2 42 15,-5-2-42-15,34 0-6 0,0 0 6 0,-31-2-5 16,0-1 5-16,31 3 12 0,0 0-12 0,-30-3 13 16,0-4-13-16,30 7-1 0,0 0 1 0,-23-5 0 0,4-4 0 15,19 9 1-15,0 0-1 0,-15-12 1 0,4 0-1 16,11 12 1-16,0 0-1 0,-7-12 2 0,5-2-2 16,2 14 4-16,0 0-4 0,7-17 4 0,9 0-4 0,-16 17-11 15,0 0 11-15,24-19-10 0,8-2 10 0,-32 21 13 16,0 0-13-16,35-15 13 0,3 0-13 0,-38 15-56 15,0 0 56-15,37-9-56 0,3 2 56 0,-40 7-1 16,0 0 1-16,35 0-1 0,-3 0 1 0,-32 0-45 16,0 0 45-16,31 9-44 0,-3 6 44 0,-28-15 56 15,0 0-56-15,21 19 56 0,-4 5-56 0,-17-24 7 0,0 0-7 16,16 28 8-16,-4 8-8 0,-12-36 1 0,0 0-1 16,7 41 1-16,-5 9-1 0,-2-50-1 0,0 0 1 15,-2 51 0-15,-5 6 0 0,7-57 38 0,0 0-38 16,-10 48 38-16,-4 1-38 0,14-49-1 0,0 0 1 0,-18 45 0 15,1-5 0-15,17-40 3 0,0 0-3 0,-23 39 4 16,-1-3-4-16,24-36 44 0,0 0-44 0,-26 36 45 16,-1-5-45-16,27-31-1 0,0 0 1 0,-29 33 0 15,-3-2 0-15,32-31 4 0,0 0-4 0,-33 25 5 16,2 1-5-16,31-26 33 0,0 0-33 0,-35 24 33 16,-2-9-33-16,37-15 9 0,0 0-9 0,-35 14 9 15,0-4-9-15,35-10 59 0,0 0-59 0,-35 6 59 16,0-3-59-16,35-3-3 0,0 0 3 0,-35 4-3 15,2-8 3-15,33 4 0 0,0 0 0 0,-28 0 0 16,4-7 0-16,24 7 2 0,0 0-2 0,-21-5 2 0,5 2-2 16,16 3 17-16,0 0-17 0,-12-9 17 0,3 0-17 15,9 9 0-15,0 0 0 0,-5-12 0 16,5-3 0-16,0 15 0 0,0 0 0 0,7-19 0 0,7-5 0 16,-14 24-1-16,0 0 1 0,19-20-1 0,7-5 1 0,-26 25 3 15,0 0-3-15,28-18 4 0,4-1-4 0,-32 19 0 16,0 0 0-16,33-12 0 0,2 3 0 0,-35 9-5 15,0 0 5-15,35-5-5 0,3 2 5 0,-38 3-15 16,0 0 15-16,35 1-15 0,-4 3 15 0,-31-4-10 16,0 0 10-16,32 10-9 0,-4 2 9 0,-28-12-17 15,0 0 17-15,24 17-16 0,1 7 16 0,-25-24-15 0,0 0 15 16,24 35-14-16,-1 1 14 0,-23-36-9 16,0 0 9-16,24 36-9 0,1 0 9 0,-25-36 3 0,0 0-3 15,28 31 4-15,0 1-4 0,-28-32 8 0,0 0-8 0,31 22 8 16,1-1-8-16,-32-21 4 0,0 0-4 0,31 15 5 15,1 1-5-15,-32-16 43 0,0 0-43 0,29 10 44 16,-3-3-44-16,-26-7 5 0,0 0-5 0,27 4 5 16,-1-4-5-16,-26 0 47 0,0 0-47 15,21-4 48-15,-2-3-48 0,-19 7 66 0,0 0-66 0,21-12 67 16,2-5-67-16,-23 17 1 0,0 0-1 0,22-21 1 16,-1-6-1-16,-21 27 10 0,0 0-10 0,21-38 11 15,0-6-11-15,-21 44 25 0,0 0-25 0,18-36 26 16,-4 1-26-16,-14 35 0 0,0 0 0 0,12-25 0 15,-1 2 0-15,-11 23-30 0,0 0 30 0,8-15-30 16,-3 3 30-16,1 7-271 0,-1 1 271 0,-5 4-271 16,7 4 271-16,0-1-1241 0</inkml:trace>
  <inkml:trace contextRef="#ctx0" brushRef="#br0" timeOffset="32795.58">32572 9621 718 0,'0'0'0'0,"0"0"197"0,0 0-197 0,0 0 197 16,9-31-197-16,-9 31 140 0,0 0-140 0,7-14 141 16,3-1-141-16,-10 15 106 0,0 0-106 0,14-12 106 15,2 2-106-15,-16 10 136 0,0 0-136 0,21-9 136 16,3 4-136-16,-24 5 63 0,0 0-63 0,27-3 63 15,2 3-63-15,-29 0 75 0,0 0-75 0,32 0 75 16,4 0-75-16,-36 0 24 0,0 0-24 0,39 3 25 16,-1 0-25-16,-38-3 19 0,0 0-19 0,35 6 20 15,-2 0-20-15,-33-6 10 0,0 0-10 0,28 11 10 16,-1-1-10-16,-27-10 3 0,0 0-3 0,26 15 4 16,-3 6-4-16,-23-21-5 0,0 0 5 0,20 22-5 0,-2 8 5 15,-18-30 0-15,0 0 0 0,12 27 0 0,-5 4 0 16,-7-31 2-16,0 0-2 0,4 24 3 0,-4 0-3 15,0-24 37-15,0 0-37 0,-6 21 37 0,-4-6-37 0,10-15-1 16,0 0 1-16,-12 12 0 0,-2-3 0 16,14-9 1-16,0 0-1 0,-13 6 1 0,1 0-1 0,12-6 16 15,0 0-16-15,-8 3 17 0,1 0-17 0,7-3-10 16,0 0 10-16,0 0-10 0,-9 2 10 0,9-2 0 16,0 0 0-16,0 0 0 0,10 2 0 0,-10-2-1 15,0 0 1-15,18 2-1 0,8 1 1 0,-26-3-10 0,0 0 10 16,26 5-9-16,2 2 9 0,-28-7-23 0,0 0 23 15,28 7-22-15,0 2 22 0,-28-9-4 0,0 0 4 16,24 5-3-16,-1 2 3 0,-23-7 0 0,0 0 0 0,19 12 0 16,-1-4 0-16,-18-8 2 0,0 0-2 0,12 12 2 15,-3 0-2-15,-9-12 0 0,0 0 0 0,5 16 0 16,-5-1 0-16,0-15 19 0,0 0-19 0,-2 15 20 16,-5 1-20-16,7-16 32 0,0 0-32 15,-10 14 33-15,-6-1-33 0,16-13 18 0,0 0-18 0,-19 11 19 16,-6-1-19-16,25-10 0 0,0 0 0 0,-26 9 1 15,-7-6-1-15,33-3 38 0,0 0-38 0,-33 3 39 16,-4-1-39-16,37-2 35 0,0 0-35 0,-36 4 35 16,-3-4-35-16,39 0 38 0,0 0-38 0,-33-4 38 15,3 1-38-15,30 3 26 0,0 0-26 0,-30-2 26 16,4-7-26-16,26 9 10 0,0 0-10 0,-22-6 10 0,1-5-10 16,21 11 2-16,0 0-2 0,-20-8 2 15,5 3-2-15,15 5 0 0,0 0 0 0,-13-11 0 0,3 6 0 16,10 5-135-16,0 0 135 0,-7-8-134 0,3 1 134 15,-6-7-1747-15</inkml:trace>
  <inkml:trace contextRef="#ctx0" brushRef="#br0" timeOffset="37615.4">14438 4176 651 0,'0'0'0'0,"0"0"0"16,0 0 0-16,0 0 78 0,0 0-78 0,0 0 78 0,25 1-78 16,-25-1 122-16,0 0-122 0,9 2 123 15,1-2-123-15,-10 0 157 0,0 0-157 0,9 5 158 0,0-1-158 16,-9-4 127-16,0 0-127 0,10 5 127 0,-5 5-127 16,-5-10 69-16,0 0-69 0,9 14 70 0,0 5-70 0,-9-19 77 15,0 0-77-15,7 31 78 0,-2 1-78 0,-5-32 88 16,0 0-88-16,2 40 89 0,-2 4-89 0,0-44 51 15,0 0-51-15,0 47 52 0,0-3-52 0,0-44 0 16,0 0 0-16,0 43 0 0,-2-2 0 0,2-41 2 16,0 0-2-16,0 43 2 0,0-3-2 0,0-40 3 15,0 0-3-15,0 36 4 0,0-2-4 0,0-34 18 16,0 0-18-16,-4 33 19 0,3-6-19 0,1-27 49 16,0 0-49-16,-4 21 50 0,1-2-50 0,3-19 50 0,0 0-50 15,-4 15 51-15,3-6-51 0,1-9 0 0,0 0 0 0,0 0 0 16,-9 0 0-16,9 0 6 0,0 0-6 15,-9-9 7-15,-3-10-7 0,12 19 49 0,0 0-49 0,-9-20 50 16,0-8-50-16,9 28-6 0,0 0 6 0,-12-31-5 16,0-5 5-16,12 36 8 0,0 0-8 0,-9-39 8 15,0-9-8-15,9 48-22 0,0 0 22 0,-3-57-22 16,1-7 22-16,2 64 39 0,0 0-39 0,0-61 39 16,0 1-39-16,0 60-23 0,0 0 23 0,4-52-22 15,1 1 22-15,-5 51-27 0,0 0 27 0,9-40-27 16,-4 11 27-16,-5 29-6 0,0 0 6 0,10-27-6 15,4 3 6-15,-14 24-3 0,0 0 3 0,9-19-3 16,2 7 3-16,-11 12-47 0,0 0 47 0,10-12-46 16,-5 5 46-16,-5 7-2 0,0 0 2 0,0 0-2 15,9-5 2-15,-9 5-9 0,0 0 9 0,0 0-9 0,9 0 9 16,-9 0-40-16,0 0 40 0,0 0-40 0,8 3 40 16,-8-3-2-16,0 0 2 0,0 0-1 0,9 9 1 15,-9-9 18-15,0 0-18 0,4 6 18 0,-8 6-18 0,4-12 3 16,0 0-3-16,-2 21 4 0,-1 7-4 0,3-28-8 15,0 0 8-15,-5 32-7 0,1-1 7 0,4-31-26 16,0 0 26-16,-3 45-25 0,1 3 25 0,2-48-1 16,0 0 1-16,2 46-1 0,1 6 1 0,-3-52-5 15,0 0 5-15,5 44-5 0,1-1 5 0,-6-43 1 16,0 0-1-16,7 40 2 0,-4-1-2 0,-3-39-19 0,0 0 19 16,5 33-18-16,-1-2 18 0,-4-31 9 0,0 0-9 15,5 29 9-15,-5 2-9 0,0-31 43 0,0 0-43 16,4 30 44-16,-4 0-44 0,0-30-6 0,0 0 6 0,1 27-5 15,1-8 5-15,-2-19 24 0,0 0-24 16,0 17 25-16,0-5-25 0,0-12-11 0,0 0 11 0,0 9-10 16,0-2 10-16,0-7 4 0,0 0-4 0,0 6 5 15,2 0-5-15,-2-6 49 0,0 0-49 0,0 0 50 16,0 0-50-16,0 0-2 0,0 0 2 0,0 0-1 16,0 0 1-16,0 0 3 0,0 0-3 0,-2-12 3 15,0-4-3-15,2 16 59 0,0 0-59 0,-1-20 60 16,-8-15-60-16,9 35-4 0,0 0 4 0,-4-36-4 15,-4-3 4-15,8 39 10 0,0 0-10 0,-6-45 11 16,3-3-11-16,3 48-21 0,0 0 21 0,-4-60-21 16,1-7 21-16,3 67 3 0,0 0-3 0,0-67 4 15,2 4-4-15,-2 63-3 0,0 0 3 0,1-55-2 0,6 7 2 16,-7 48-49-16,0 0 49 0,7-40-49 0,4 11 49 16,-11 29-1-16,0 0 1 0,5-24 0 0,2 9 0 15,-7 15-1-15,0 0 1 0,5-12 0 16,1 8 0-16,-6 4-43 0,0 0 43 0,0 0-42 0,7 0 42 0,-7 0-35 15,0 0 35-15,5 16-35 0,-2 8 35 0,-3-24 1 16,0 0-1-16,6 32 1 0,-3 4-1 0,-3-36-33 16,0 0 33-16,5 47-32 0,1 9 32 0,-6-56-17 15,0 0 17-15,8 52-17 0,1-1 17 0,-9-51-2 16,0 0 2-16,9 52-2 0,0-1 2 0,-9-51 5 16,0 0-5-16,10 45 5 0,1 1-5 0,-11-46 16 0,0 0-16 15,12 36 17-15,-5 0-17 0,-7-36 35 0,0 0-35 16,8 33 35-16,1-6-35 0,-9-27-1 0,0 0 1 15,7 23 0-15,-3-10 0 0,-4-13 44 0,0 0-44 0,3 14 44 16,-1-9-44-16,-2-5 37 0,0 0-37 0,0 0 38 16,2 7-38-16,-2-7 0 0,0 0 0 0,0 0 0 15,0-3 0-15,0 3-152 0,0 0 152 0,-2-16-151 16,0-3 151-16,2 19-610 0,0 0 610 0,-5-17-610 16,1-2 610-16,-4-17-486 0</inkml:trace>
  <inkml:trace contextRef="#ctx0" brushRef="#br0" timeOffset="40947.1">22933 9014 415 0,'0'0'0'0,"19"0"0"15,14 0 0-15,-33 0 176 0,0 0-176 0,0 0 176 0,-7 0-176 16,7 0 116-16,0 0-116 0,0 0 116 0,-12-4-116 16,12 4 174-16,0 0-174 0,0 0 174 0,11 4-174 15,-11-4 80-15,0 0-80 0,14 0 80 0,5 3-80 0,-19-3 69 16,0 0-69-16,23 2 69 0,-4-1-69 0,-19-1 39 16,0 0-39-16,26 6 39 0,5-3-39 0,-31-3 16 15,0 0-16-15,35 2 17 0,4 1-17 0,-39-3 6 16,0 0-6-16,37 4 6 0,3 1-6 0,-40-5 50 15,0 0-50-15,40 7 50 0,2-4-50 0,-42-3 21 16,0 0-21-16,42 3 21 0,-2 3-21 0,-40-6 30 16,0 0-30-16,38 5 30 0,1 0-30 0,-39-5 13 0,0 0-13 15,37 5 14-15,-4-2-14 0,-33-3-7 0,0 0 7 16,33 4-6-16,-2 1 6 0,-31-5 4 0,0 0-4 16,27 4 4-16,2-4-4 0,-29 0 31 0,0 0-31 0,25 1 31 15,-3 1-31-15,-22-2 4 0,0 0-4 0,23 2 5 16,-2 1-5-16,-21-3-7 0,0 0 7 0,18 0-6 15,-3 0 6-15,-15 0 23 0,0 0-23 0,13 0 24 16,-3 0-24-16,-10 0 0 0,0 0 0 0,9 0 0 16,-4 4 0-16,-5-4-17 0,0 0 17 0,0 0-17 15,0 0 17-15,0 0 10 0,0 0-10 0,-7 0 10 16,-3 0-10-16,10 0 13 0,0 0-13 0,-14 1 14 16,-7 1-14-16,21-2-23 0,0 0 23 0,-25 0-22 15,-3 0 22-15,28 0-3 0,0 0 3 0,-28 0-2 16,0 2 2-16,28-2-4 0,0 0 4 0,-29 0-4 15,-3 0 4-15,32 0-33 0,0 0 33 0,-31 0-32 0,-3-2 32 16,34 2 16-16,0 0-16 0,-33-2 17 0,0 1-17 16,33 1-11-16,0 0 11 0,-31 0-10 0,-6 0 10 15,37 0 1-15,0 0-1 0,-28 0 1 0,-5 0-1 0,33 0-25 16,0 0 25-16,-28 0-24 0,3 0 24 0,25 0 17 16,0 0-17-16,-21 0 17 0,2 0-17 0,19 0-35 15,0 0 35-15,-16 0-35 0,3 0 35 0,13 0-2 16,0 0 2-16,-13 0-1 0,5 0 1 0,8 0-49 15,0 0 49-15,-7 0-48 0,5 0 48 0,2 0-17 16,0 0 17-16,0 0-16 0,0 0 16 0,0 0-127 0,0 0 127 16,0 0-126-16,0 0 126 0,0 0-1056 0</inkml:trace>
  <inkml:trace contextRef="#ctx0" brushRef="#br0" timeOffset="45886.97">23305 8143 494 0,'0'0'0'0,"0"0"0"16,5 18 0-16,-5-18 117 0,2 6-117 0,-2-6 117 15,0 0-117-15,0 0 185 0,-5-6-185 0,5 6 186 0,-5-9-186 16,5 9 100-16,0 0-100 0,0 0 100 0,0 0-100 16,0 0 68-16,0 0-68 0,0 0 68 0,0 0-68 15,0 0 46-15,0 0-46 0,0 0 46 0,0 0-46 0,0 0 35 16,0 0-35-16,0 0 36 0,0 0-36 0,0 0 22 16,0 0-22-16,0 0 23 0,-2 9-23 0,0-3 18 15,0 3-18-15,1-2 18 0,1 3-18 0,0 2 18 16,0 4-18-16,0-1 18 0,0 1-18 0,0 4 15 15,-2 4-15-15,2-5 15 0,-2-2-15 0,2 6 40 16,0 4-40-16,0-6 40 0,2-4-40 0,-2 5 42 16,0-3-42-16,2-2 42 0,-1-1-42 0,1 1 9 15,2 2-9-15,-1-4 10 0,-1-3-10 0,1 3 0 16,-1 3 0-16,2-8 0 0,-3 0 0 0,3 1 3 0,1 1-3 16,-1-4 3-16,-1 1-3 0,2 3-1 0,-1 3 1 15,1-6 0-15,-5-2 0 0,2 1-1 0,0 3 1 16,-1-3-1-16,-1 4 1 0,0 0 40 0,0 7-40 0,0-7 40 15,2-3-40-15,-2 3-2 0,0 0 2 0,2 0-2 16,0 0 2-16,-1 3 5 0,-1 2-5 16,2-10 6-16,-2-3-6 0,0-4 0 0,0 0 0 0,0 3 0 15,2 9 0-15,-2 0 0 0,0 0 0 0,0-3 0 16,0-6 0-16,0-3-1 0,0 9 1 0,0-9-1 16,0 8 1-16,0-8 13 0,-2 10-13 0,2-10 14 15,-2 6-14-15,2-6 5 0,0 0-5 0,0 0 5 16,0 0-5-16,0 0 3 0,0 7-3 0,0-7 4 15,0 0-4-15,0 0 7 0,0 0-7 0,0 0 8 16,-1 8-8-16,1-8 2 0,-7 7-2 0,7-7 3 0,0 0-3 16,0 0 5-16,0 0-5 0,0 0 5 0,0 0-5 15,0 0 3-15,0 0-3 0,0 0 3 0,0 0-3 16,0 0-3-16,0 0 3 0,0 0-3 0,0 0 3 0,0 0-1 16,0 0 1-16,0 0 0 0,0 0 0 0,0 0 9 15,0 0-9-15,0 0 10 0,0 0-10 0,0 0 0 16,-9 5 0-16,9-5 0 0,-11 5 0 0,11-5 2 15,-12 5-2-15,12-5 2 0,-9 2-2 0,9-2 1 16,-8 0-1-16,8 0 2 0,-7 0-2 0,7 0 1 16,-13 0-1-16,13 0 1 0,-8 0-1 0,-1 0-9 15,0 0 9-15,2 0-9 0,2 0 9 0,-4 0-27 16,-3 0 27-16,3 0-27 0,4 0 27 0,-5 0 10 0,-4 0-10 16,5 0 11-16,0 0-11 0,-1 0 7 0,-4 0-7 0,3 0 8 15,2 0-8-15,-6 0 1 0,-4 0-1 16,8 0 2-16,4 0-2 0,-3 0 4 0,-4 0-4 0,0 0 5 15,-2 0-5-15,-2-2 2 0,4 1-2 0,2-1 2 16,5 2-2-16,-2 0 0 0,-1 0 0 0,-2 0 0 16,-2 0 0-16,-2 0-9 0,-1-2 9 0,8 2-8 15,5 0 8-15,4 0-17 0,-8 2 17 0,1-2-17 16,-2 0 17-16,-2 0-1 0,-1-2 1 0,5 2-1 16,4-1 1-16,3 1 7 0,-14 0-7 0,14 0 8 15,0 0-8-15,0 0-7 0,0 0 7 0,0 0-7 16,0 0 7-16,0 0 0 0,0 0 0 0,0 0 0 15,0 0 0-15,0 0 0 0,0 0 0 0,0 0 0 16,0 0 0-16,0 0 1 0,8 1-1 0,-8-1 1 16,13 4-1-16,-1-3-3 0,4 5 3 0,1-6-3 0,4 1 3 15,9 1 5-15,0-2-5 0,-4 0 5 0,-4 0-5 16,5 0 3-16,1 0-3 0,-2 0 4 0,0 2-4 16,-2-2 13-16,4 0-13 0,-3 0 13 0,-2 1-13 0,1-1 0 15,2 0 0-15,0 2 0 0,-5 2 0 0,6-4 1 16,-6 3-1-16,-2-3 1 0,-2 0-1 0,3 2 0 15,-1-2 0-15,-7 1 0 0,0 1 0 0,2 2 0 16,5-1 0-16,-8-1 1 0,-8-1-1 0,6 1 0 16,0-2 0-16,-9 0 1 0,9 0-1 0,-9 0 2 15,10 4-2-15,-10-4 3 0,0 0-3 0,0 0 11 16,9 0-11-16,-9 0 11 0,0 0-11 0,0 0 9 0,0 0-9 16,0 0 9-16,0 0-9 0,0 0 1 0,0 0-1 15,0 0 1-15,7 0-1 0,-7 0 3 0,0 0-3 0,0 0 4 16,0 0-4-16,0 0-13 0,0 0 13 0,0 0-12 15,0 0 12-15,0 0 21 0,0 0-21 16,0 0 21-16,0 0-21 0,0 0 0 0,0 0 0 0,0 0 0 16,0 0 0-16,0 0-1 0,0 0 1 0,0 0-1 15,-9 0 1-15,9 0 0 0,0 0 0 0,-7-4 0 16,-2 2 0-16,9 2-4 0,0 0 4 0,-8-1-3 16,-3-1 3-16,11 2 0 0,0 0 0 0,-9-3 0 15,-1-3 0-15,10 6-11 0,0 0 11 0,-9-3-11 16,2 3 11-16,7 0-2 0,0 0 2 0,-7-3-1 15,2-1 1-15,5 4 0 0,0 0 0 0,-9-2 0 16,4-1 0-16,5 3 1 0,0 0-1 0,0 0 1 16,-12-3-1-16,12 3 1 0,0 0-1 0,-6-4 2 15,-1 1-2-15,7 3 4 0,0 0-4 0,-7-2 5 0,2-1-5 16,5 3 6-16,0 0-6 0,0 0 7 16,-10-9-7-16,10 9 3 0,0 0-3 0,-4-7 3 0,-1 0-3 15,5 7 2-15,0 0-2 0,-3-12 2 0,1-3-2 0,2 15 5 16,0 0-5-16,-2-24 5 0,2-5-5 15,0 29 36-15,0 0-36 0,0-28 37 0,-2-8-37 0,2 36-23 16,0 0 23-16,0-34-22 0,0-1 22 0,0 35-5 16,0 0 5-16,0-29-5 0,2 0 5 0,-2 29-1 15,0 0 1-15,0-27-1 0,0-3 1 0,0 30 7 16,0 0-7-16,0-22 8 0,0 2-8 0,0 20-1 0,0 0 1 16,-2-19 0-16,1 0 0 0,1 19-3 0,0 0 3 15,-4-17-2-15,-1-2 2 0,5 19-12 0,0 0 12 16,-5-17-12-16,-2-6 12 0,7 23 33 0,0 0-33 0,-7-22 33 15,0-2-33-15,7 24-13 0,0 0 13 0,-6-22-13 16,1 1 13-16,5 21-19 0,0 0 19 0,-3-22-18 16,3 5 18-16,0 17 1 0,0 0-1 0,-4-19 1 15,2 3-1-15,2 16 0 0,0 0 0 0,0-12 0 16,0 0 0-16,0 12 13 0,0 0-13 0,0-12 14 16,0 4-14-16,0 8-7 0,0 0 7 0,0-12-7 15,-1 3 7-15,1 9 0 0,0 0 0 0,-2-12 0 16,-2 5 0-16,4 7 3 0,0 0-3 0,-3-8 4 15,-1-3-4-15,4 11 0 0,0 0 0 0,-3-8 0 16,-1-1 0-16,4 9 0 0,0 0 0 0,-3-9 1 16,1 3-1-16,2 6 0 0,0 0 0 0,-2-7 1 0,-1 2-1 15,3 5-28-15,-5-9 28 0,5 9-28 0,0 0 28 16,0 0-3-16,0 0 3 0,0 0-2 0,0 0 2 16,0 0-1-16,-11-7 1 0,4 4-1 0,0-2 1 0,-1 1-26 15,-3 1 26-15,2 1-25 0,2 2 25 0,-3 0 0 16,1 0 0-16,-1 0 0 0,1-3 0 0,-3 3-2 15,-1 0 2-15,3 0-2 0,1 0 2 0,-3 0-1 16,0 0 1-16,-4 0 0 0,-5 0 0 0,2 0 0 16,-2 0 0-16,9 0 0 0,1 0 0 0,1 0 0 15,-1 0 0-15,-1 0 0 0,-4 3 0 0,-1-3 0 16,-1-3 0-16,6 3 0 0,7 0 0 0,-6 0 3 16,4 0-3-16,-1 0 4 0,-3 3-4 0,1-3-28 0,-4 0 28 15,7 0-28-15,1 0 28 0,6 0 6 0,-10 0-6 16,10 0 6-16,-9 0-6 0,9 0 35 0,-10 2-35 15,10-2 36-15,-9 1-36 0,9-1-15 0,0 0 15 16,0 0-14-16,0 0 14 0,0 0-11 0,0 0 11 0,0 0-10 16,0 0 10-16,0 0 7 0,0 0-7 0,0 0 8 15,0 0-8-15,0 0 0 0,10 2 0 0,-1 2 0 16,0-4 0-16,7 0 4 0,5 0-4 0,-2 0 4 16,-2 0-4-16,6-4-2 0,3 2 2 0,0 1-1 15,-3-1 1-15,3 2 0 0,1-3 0 0,-6-1 1 16,-4 2-1-16,2 1 0 0,2-1 0 0,2-1 1 15,-6 3-1-15,4-4 0 0,-3 2 0 0,-1 1 0 16,1 1 0-16,-3 0 0 0,1-2 0 0,-2 2 1 16,0-2-1-16,4 2 0 0,1-1 0 0,-5 1 1 0,-4 0-1 15,4 1 2-15,2 1-2 0,1 0 2 0,1-1-2 16,-2 1 11-16,-1 2-11 0,-4-1 11 0,-4-3-11 16,2 0 1-16,-2 0-1 0,0 2 1 0,-2-1-1 15,4 1 24-15,-1 2-24 0,-1-4 25 0,-3 0-25 16,-4 0-12-16,12 3 12 0,-12-3-12 0,10 3 12 0,-3 3 0 15,0-6 0-15,-7 0 0 0,11 5 0 0,-4-2 0 16,0 1 0-16,-7-4 0 0,10 3 0 0,-3-3 1 16,0 3-1-16,-7-3 1 0,9 6-1 0,-9-6 4 15,9 0-4-15,-9 0 5 0,0 0-5 0,0 0 7 16,7 3-7-16,-7-3 7 0,0 0-7 0,0 0 8 16,0 0-8-16,0 0 8 0,0 0-8 0,0 0 23 15,0 0-23-15,0 0 24 0,0 0-24 0,0 0-6 0,0 0 6 16,0 0-5-16,0 0 5 0,0 0-8 0,0 0 8 15,0 0-7-15,0 0 7 0,0 0-34 0,-9-3 34 16,0 3-34-16,1 0 34 0,-6-6-2 0,0 3 2 0,3 0-1 16,4-3 1-16,-3 3-43 0,-1 0 43 0,-3-1-42 15,-3-1 42-15,-2 2-1 0,-2-4 1 0,8 5 0 16,6-1 0-16,-3 3 0 0,1-4 0 0,-8 2 0 16,-3-1 0-16,1 0 0 0,-3-1 0 0,9 4 1 15,5-3-1-15,-1 3-1 0,0 0 1 0,2 0-1 16,0 0 1-16,-2 0-4 0,1-2 4 0,8 2-3 15,-9-2 3-15,9 2 0 0,-9-1 0 0,9 1 0 16,-7 0 0-16,7 0-31 0,-9 1 31 0,9-1-31 16,0 0 31-16,0 0 14 0,0 0-14 0,0 0 15 15,0 0-15-15,0 0-2 0,-7 11 2 0,7-11-1 16,-6 12 1-16,4-4 0 0,0 2 0 0,2 1 1 0,0-1-1 16,2 2 22-16,1 0-22 0,1 0 23 0,-3 0-23 15,3 0 0-15,-1 4 0 0,3 4 1 0,-5 8-1 16,3-1 16-16,1 2-16 0,2-1 17 0,-5-4-17 0,1 0 3 15,1 1-3-15,-1-9 4 0,1 1-4 0,-1-1 0 16,3 2 0-16,-1 3 0 0,0-4 0 0,0 2 12 16,2 2-12-16,-5-6 12 0,0-6-12 0,3 4 15 15,-1 1-15-15,1 5 15 0,2-4-15 0,0 6 1 16,-2 0-1-16,0-6 1 0,-1-11-1 0,1 8 35 16,2 0-35-16,2 8 35 0,3 8-35 0,-3-6-4 15,-2 0 4-15,-2-8-3 0,-2-5 3 0,1-3 3 0,-2 3-3 16,1 0 3-16,1 6-3 0,1-3-2 0,-2 3 2 15,3-6-1-15,-1-4 1 0,-5-5 2 0,9 11-2 16,-9-11 3-16,7 8-3 0,-7-8 6 0,5 12-6 16,-5-12 7-16,5 5-7 0,-5-5 14 0,4 7-14 0,-4-7 15 15,0 7-15-15,0-7 15 0,0 9-15 0,0-9 16 16,0 0-16-16,0 0 1 0,0 0-1 0,0 0 1 16,0 0-1-16,0 0 1 0,0 0-1 0,0 0 1 15,0 0-1-15,0 0 33 0,0 0-33 0,0 0 33 16,0 0-33-16,0 0-4 0,-7 0 4 0,7 0-3 15,-9 3 3-15,2-3-2 0,-2 0 2 0,2 0-1 16,-2-3 1-16,-1-1-17 0,-4 1 17 0,5-1-16 16,0 3 16-16,-4 1 15 0,-5-6-15 0,2 5 16 15,-1-1-16-15,-2 0-39 0,-4 1 39 0,7-3-38 16,4 1 38-16,-6 1 43 0,-1 2-43 0,4 0 43 16,-1 0-43-16,-2 0-33 0,-3-2 33 0,11 2-33 0,1-1 33 15,-3 1 9-15,-4 0-9 0,-6 0 10 0,-6 0-10 0,3 0-26 16,-1 0 26-16,10 0-25 0,7 0 25 15,-1 0 25-15,-2 0-25 0,-1 0 26 0,6 0-26 0,-5 0-22 16,-3 1 22-16,6-1-22 0,5 0 22 0,-4 0-3 16,-1 2 3-16,9-2-2 0,-11 2 2 0,4 1 0 15,-1-3 0-15,8 0 0 0,-7 0 0 0,7 0 1 16,-9 4-1-16,9-4 2 0,0 0-2 0,0 0 2 16,0 0-2-16,0 0 3 0,0 0-3 0,0 0 0 15,0 0 0-15,0 0 1 0,0 0-1 0,0 0-1 16,16 5 1-16,-4-2 0 0,5 2 0 0,4-1-4 15,6-1 4-15,-5 1-3 0,-1-4 3 0,2 0 0 0,1 0 0 16,-1 0 0-16,0 0 0 0,1 0-2 0,2 0 2 16,1 0-2-16,-3 0 2 0,2 0 2 0,2 0-2 0,-5 0 3 15,-2 0-3-15,3 0 7 0,1 0-7 0,-11 3 7 16,-5-3-7-16,8 0 8 0,4 0-8 0,-2 2 9 16,-1 1-9-16,3 1-4 0,1-4 4 0,-9 3-3 15,-10-3 3-15,8 2 15 0,3-2-15 0,-4 1 16 16,-1-1-16-16,3 2 1 0,4 2-1 0,-9-4 1 15,-4 0-1-15,-3 0 0 0,11 0 0 0,-11 0 0 16,0 0 0-16,0 0-3 0,10 3 3 0,-10-3-3 16,7 0 3-16,-7 0 4 0,0 0-4 0,0 0 5 15,0 0-5-15,0 0 0 0,0 0 0 0,0 0 0 16,0 0 0-16,0 0 3 0,0 0-3 0,0 0 4 16,0 0-4-16,0 0 2 0,0 0-2 0,0 0 3 0,0 0-3 15,0 0-13-15,0 0 13 0,0 0-13 0,-7-3 13 16,7 3 3-16,0 0-3 0,0 0 3 0,-12-4-3 15,12 4-31-15,0 0 31 0,-7-2-31 0,-2 2 31 16,9 0 42-16,0 0-42 0,-8 0 43 0,-1 0-43 0,9 0-23 16,0 0 23-16,-7 0-22 0,0-1 22 0,7 1 32 15,0 0-32-15,0 0 32 0,-9-2-32 0,9 2-32 16,0 0 32-16,0 0-32 0,0 0 32 0,0 0 9 16,0 0-9-16,0 0 10 0,0 0-10 0,0 0-27 15,0 0 27-15,0 0-27 0,0 0 27 0,0 0 1 0,0 0-1 16,0 0 2-16,-7-3-2 0,7 3 0 0,0 0 0 15,0 0 0-15,-5 0 0 0,5 0 0 0,0 0 0 16,0 0 1-16,-9-4-1 0,9 4 3 0,0 0-3 16,0 0 3-16,-7-2-3 0,7 2 41 0,0 0-41 0,0 0 42 15,-7-1-42-15,7 1-36 0,0 0 36 16,0 0-36-16,-7-2 36 0,7 2 5 0,0 0-5 0,0 0 5 16,-7-3-5-16,7 3-14 0,0 0 14 0,0 0-13 15,-10-12 13-15,10 12-3 0,0 0 3 0,-6-11-2 16,-1 3 2-16,7 8-6 0,0 0 6 0,-5-14-5 15,-2-5 5-15,7 19 0 0,0 0 0 0,-5-24 0 16,1-9 0-16,4 33 2 0,0 0-2 0,-5-30 2 16,0-5-2-16,5 35 0 0,0 0 0 0,-7-29 0 15,2 2 0-15,5 27 5 0,0 0-5 0,-9-30 6 16,2 8-6-16,7 22-26 0,0 0 26 0,-7-27-25 16,-2 3 25-16,9 24 17 0,0 0-17 0,-8-24 17 0,-3 0-17 15,11 24 0-15,0 0 0 0,-9-24 0 0,1 5 0 16,8 19 2-16,0 0-2 0,-6-21 3 0,-2-3-3 15,8 24 0-15,0 0 0 0,-6-22 0 0,1-2 0 0,5 24 19 16,0 0-19-16,-5-21 20 0,1 0-20 0,4 21-10 16,0 0 10-16,-5-22-9 0,0-2 9 0,5 24 9 15,0 0-9-15,-5-17 10 0,1-2-10 0,4 19-33 16,0 0 33-16,-7-15-33 0,0-1 33 0,7 16 7 16,0 0-7-16,-7-12 7 0,0 2-7 0,7 10-1 15,0 0 1-15,-5-10 0 0,2 1 0 0,3 9-24 16,0 0 24-16,-4-10-23 0,2 1 23 0,2 9 6 0,0 0-6 15,-1-8 6-15,-1-1-6 0,2 9 0 0,0 0 0 16,-2-9 1-16,2 3-1 0,0 6 19 0,0 0-19 16,0-9 20-16,0 2-20 0,0 7-1 0,0 0 1 0,0-12-1 15,0 4 1-15,0 8 1 0,0 0-1 0,0-13 1 16,-2 3-1-16,1 2-8 0,-1 1 8 0,2 7-8 16,-2-5 8-16,2 5 0 0,0 0 0 0,0 0 1 15,0 0-1-15,0 0-51 0,-2-9 51 0,2 9-50 16,0 0 50-16,0 0 24 0,0 0-24 0,0 0 25 15,0 0-25-15,0 0-2 0,0 0 2 0,0 0-1 16,0 0 1-16,0 0 33 0,0 0-33 0,0 0 34 16,0 0-34-16,0 0-35 0,-3-7 35 0,3 7-35 15,-5-8 35-15,5 8 1 0,-9-9-1 0,9 9 2 16,-7-9-2-16,7 9 7 0,0 0-7 0,0 0 7 16,0 0-7-16,0 0 0 0,-7-5 0 0,7 5 0 15,-11-5 0-15,4 0 0 0,0 2 0 0,7 3 1 0,-8-4-1 16,-1 1-6-16,2-1 6 0,7 4-6 0,-11-1 6 15,4-3-9-15,-1 4 9 0,-1 0-9 0,0 0 9 16,-1 0-34-16,-4 4 34 0,3-4-33 0,1 0 33 0,-2 0-5 16,-1 0 5-16,-1 1-5 0,2-1 5 0,-2 0-17 15,0 0 17-15,4 0-17 0,1 0 17 0,0 0 8 16,-1 2-8-16,3 0 9 0,0-2-9 0,-2 3 4 16,0-3-4-16,1 0 5 0,-1 0-5 0,0 0 33 15,0 0-33-15,9 0 33 0,-8 4-33 0,8-4-22 16,-13 0 22-16,13 0-22 0,-8 0 22 0,8 0 0 15,-9 0 0-15,9 0 0 0,0 0 0 0,0 0 10 16,0 0-10-16,0 0 11 0,0 0-11 0,0 0-4 0,0 0 4 16,0 0-4-16,0 0 4 0,0 0-13 0,0 0 13 15,0 0-13-15,0 0 13 0,0 0 3 0,0 0-3 0,0 0 4 16,7 0-4-16,2-4 0 0,1 4 0 0,8-3 1 16,6 1-1-16,2 0 7 0,0 2-7 15,-5 0 7-15,-10 0-7 0,6 0-1 0,3 0 1 0,1 0-1 16,5 0 1-16,0 0-2 0,-3 0 2 0,-4 0-1 15,-3 2 1-15,1 0-2 0,2 1 2 0,-1-3-1 16,1 0 1-16,2 0-2 0,0 0 2 0,-4 0-1 16,-3 4 1-16,6-4 0 0,-1 1 0 0,7 1 0 15,4-2 0-15,-6 2 18 0,1-2-18 0,-4 3 18 16,-6-3-18-16,3 4-1 0,-1-4 1 0,1 0-1 16,-2 0 1-16,4 0 27 0,-2 0-27 0,-4 1 27 15,-5 1-27-15,3 0-36 0,0-2 36 0,-3 0-36 0,1 0 36 16,3 0 33-16,-1 1-33 0,-5 1 33 15,-2 2-33-15,0-4-2 0,2 0 2 0,-7 0-1 0,11 3 1 16,-4-3-4-16,0 2 4 0,-7-2-3 0,7 1 3 16,-7-1-11-16,7 0 11 0,-7 0-10 0,0 0 10 15,0 0 0-15,8 6 0 0,-8-6 0 0,7 0 0 0,-7 0-1 16,0 0 1-16,0 0-1 0,0 0 1 0,0 0-24 16,7 5 24-16,-7-5-23 0,0 0 23 0,0 0-278 15,0 0 278-15,0 0-278 0,0 0 278 0,0 0-1023 16</inkml:trace>
  <inkml:trace contextRef="#ctx0" brushRef="#br0" timeOffset="82882.92">15097 5998 483 0,'0'0'0'0,"0"0"0"16,21-2 0-16,-21 2 144 0,4-15-144 0,-8 8 144 16,1-1-144-16,1 1 128 0,-2-2-128 0,3 2 129 15,-1 2-129-15,2-3 124 0,0-4-124 0,0 1 124 16,2 3-124-16,-1-1 57 0,3-3-57 0,1-7 58 16,0-1-58-16,2-4 15 0,2 0-15 0,-5 1 15 15,1 6-15-15,3-2 22 0,-2-1-22 0,1 4 23 16,-6 4-23-16,6-3-2 0,4 3 2 0,-4 0-2 15,-4 3 2-15,4 0 12 0,2-1-12 0,2 2 12 16,-3-1-12-16,3 2 25 0,5-1-25 0,-8 4 26 0,-2-1-26 16,4 2 43-16,4-1-43 0,-5 4 43 0,-6-3-43 15,8 1 25-15,1 2-25 0,-12 0 26 0,9 0-26 16,-9 0 27-16,7 2-27 0,-7-2 27 0,8 7-27 16,-1 1 50-16,2-1-50 0,-2 5 50 0,-3-3-50 0,1 9-4 15,-3 6 4-15,-4 2-3 0,-2 12 3 0,-1-5 26 16,-2-3-26-16,2-2 26 0,1-2-26 0,-4 1 32 15,-3 4-32-15,-1-2 32 0,-4 6-32 0,2-3 29 16,2 2-29-16,2-6 29 0,1-6-29 0,2 9 4 16,2 2-4-16,-1-2 5 0,3-4-5 0,-1 1-1 15,3-1 1-15,-1-10 0 0,0-1 0 0,-1-1 3 0,-1 1-3 16,2-3 4-16,-3 1-4 0,2 7-1 0,-6-1 1 16,5-4 0-16,4-10 0 0,-5 6 0 0,2 1 0 15,-4-1 0-15,0 1 0 0,3 6 42 0,-5-3-42 0,4-4 42 16,2-9-42-16,-1 2 6 0,-1 2-6 15,5-7 6-15,-12 9-6 0,5-1 49 0,0 2-49 0,7-10 49 16,0 0-49-16,0 0 0 0,0 0 0 0,0 0 0 16,0 0 0-16,0 0 5 0,-11 2-5 0,11-2 6 15,-8 4-6-15,8-4 3 0,-7 0-3 0,7 0 4 16,-4-12-4-16,1 3 2 0,-1-6-2 0,2 6 2 16,1-1-2-16,1 1 0 0,1-3 0 0,1 4 0 15,-2-4 0-15,4 1 4 0,-4-1-4 0,0 4 4 16,0 2-4-16,3 0 13 0,-3-3-13 0,0 9 13 15,2-10-13-15,-2 10-1 0,3-11 1 0,-3 11-1 16,0 0 1-16,0 0-26 0,0 0 26 0,0 0-25 16,0 0 25-16,0 0-21 0,9-6 21 0,-9 6-21 0,9-9 21 15,-2 2-18-15,0 2 18 0,-7 5-18 0,7-3 18 16,-7 3-27-16,12-4 27 0,-12 4-27 0,10 4 27 16,-1-1-20-16,0 2 20 0,-2-1-20 0,-2 2 20 0,4 5 3 15,0 1-3-15,-2-2 3 0,-4-1-3 0,2 3 2 16,4-2-2-16,-4 7 2 0,2 2-2 0,4 2 19 15,1-3-19-15,-5-4 20 0,-5-5-20 0,5 4-5 16,3 1 5-16,-1 0-4 0,3 0 4 0,0-2 52 16,2-2-52-16,-7-1 52 0,-5-9-52 0,5 3 15 15,0-1-15-15,0-1 16 0,2-1-16 0,3-1 33 16,6-1-33-16,-4-5 33 0,-2 2-33 0,3-5 13 0,5-2-13 16,1-2 14-16,0-1-14 0,-2-4-1 0,0-2 1 15,-1 6 0-15,-4-1 0 0,1-4 52 0,1-1-52 16,-2 2 52-16,0 0-52 0,3-1 3 0,-3-4-3 15,-1 8 4-15,-10 8-4 0,9-8 2 0,2 1-2 0,-3-6 2 16,-1-6-2-16,1 3-11 0,1 0 11 0,-7 12-11 16,-5 5 11-16,0 7-13 0,0 0 13 0,4-5-13 15,-1-2 13-15,-3 7-28 0,0 0 28 0,0 0-28 16,5-4 28-16,-5 4-238 0,0 0 238 0,4 11-238 16,-1 2 238-16,4 13-1258 0</inkml:trace>
  <inkml:trace contextRef="#ctx0" brushRef="#br0" timeOffset="96783.9">31398 9355 516 0,'0'0'0'0,"24"-8"0"16,17-5 0-16,-1 3 170 0,3-2-170 0,-4 7 170 15,-4-4-170-15,2 3 136 0,-1 0-136 0,-8 3 136 16,-5 0-136-16,3 3 61 0,0 3-61 0,-6-3 62 16,-8 0-62-16,5 0 24 0,4 0-24 0,-9 2 25 15,-5-1-25-15,6 1 9 0,-1 2-9 0,-2-4 10 16,-1 3-10-16,3 0 23 0,2-1-23 0,-14-2 24 16,0 0-24-16,0 0 132 0,0 0-132 0,0 0 132 0,0 0-132 15,0 0 1-15,-7 4-1 0,-5-1 2 0,-5 2-2 16,-6 2 29-16,-5 2-29 0,0-1 29 0,0 3-29 15,-5-6 0-15,-2-2 0 0,-4 2 1 0,-1-1-1 0,-2 3 28 16,-1-1-28-16,1 1 28 0,2-2-28 0,-2 1 19 16,-2-3-19-16,4 2 20 0,-4 2-20 0,2-4 35 15,2 3-35-15,10-1 35 0,6 2-35 0,-8-7 31 16,-1 3-31-16,7-1 31 0,5-1-31 0,-3 1 38 16,-1 0-38-16,13 0 38 0,8-2-38 0,-3 3-1 15,-1-3 1-15,8 0-1 0,-7 0 1 0,7 0-54 16,-7 0 54-16,7 0-53 0,0 0 53 0,0 0-4 0,8 0 4 15,8 0-3-15,7-5 3 0,3 1 4 16,4 1-4-16,1 0 5 0,4-4-5 0,0 2 3 0,2-2-3 16,3 2 3-16,0-4-3 0,2 0 33 0,0 3-33 0,2-5 33 15,-1 1-33-15,1-2 1 0,1-4-1 0,-3 4 2 16,-3 2-2-16,-3 2 12 0,-1-4-12 0,-7 3 13 16,-7-1-13-16,4 1 4 0,-1 1-4 0,-8 2 4 15,-7 3-4-15,5 0-2 0,0-1 2 0,-14 4-2 16,0 0 2-16,0 0 0 0,0 0 0 0,0 0 0 15,0 0 0-15,0 0 5 0,0 0-5 0,0 0 6 16,-7 5-6-16,-6 0 3 0,-2 1-3 0,-10 6 4 16,-4 0-4-16,-3 0 0 0,-1 3 0 0,-2-3 1 15,0 0-1-15,-2 0 21 0,-5-3-21 0,4-1 21 16,0 3-21-16,38-11 0 0,0 0 0 0,-42 6 1 16,-2 1-1-16,44-7-2 0,0 0 2 0,-42 7-1 15,-2 0 1-15,44-7-5 0,0 0 5 0,-33 5-5 0,5 2 5 16,28-7-15-16,0 0 15 0,-19 2-15 0,5-1 15 15,14-1-15-15,0 0 15 0,-9 2-15 0,4 2 15 16,5-4-4-16,0 0 4 0,0 0-4 0,14-4 4 0,-14 4-3 16,0 0 3-16,23-3-3 0,8 1 3 0,-31 2-2 15,0 0 2-15,39-7-1 0,6 2 1 0,-45 5-1 16,0 0 1-16,51-9-1 0,10 3 1 0,-61 6-33 16,0 0 33-16,61-11-33 0,2 1 33 0,-63 10 3 15,0 0-3-15,56-10 4 0,0-2-4 0,-56 12 4 16,0 0-4-16,43-9 5 0,-6 0-5 0,-37 9-2 15,0 0 2-15,28-3-1 0,-9-2 1 0,-19 5 13 0,0 0-13 16,12-2 13-16,-3 2-13 0,-9 0 9 0,0 0-9 16,-7 4 9-16,-9 1-9 0,16-5 0 0,0 0 0 15,-29 10 0-15,-13 2 0 0,42-12-33 0,0 0 33 16,-51 12-32-16,-12 4 32 0,63-16-12 0,0 0 12 0,-63 12-12 16,-6 3 12-16,69-15-32 0,0 0 32 0,-81 12-32 15,-4 0 32-15,85-12-2 0,0 0 2 0,-74 9-2 16,9-3 2-16,65-6-7 0,0 0 7 0,-43 2-6 15,17-2 6-15,26 0-1 0,0 0 1 0,-23 0-1 16,11-2 1-16,12 2-31 0,0 0 31 0,-9 0-31 16,5-1 31-16,4 1-10 0,0 0 10 0,11-2-9 15,10-1 9-15,-21 3 0 0,0 0 0 0,26-6 0 16,7 3 0-16,-33 3-3 0,0 0 3 0,37-9-3 16,3 3 3-16,-40 6-5 0,0 0 5 0,33-7-5 0,-1 2 5 15,-32 5-54-15,0 0 54 0,24-4-53 0,-6 1 53 16,-18 3-448-16,0 0 448 0,12-5-447 0,-9-1 447 15,15-4-340-15</inkml:trace>
  <inkml:trace contextRef="#ctx0" brushRef="#br0" timeOffset="99445.12">14957 7514 550 0,'0'0'0'0,"0"0"0"0,6 36 0 0,-6-36 196 0,0 0-196 0,8-12 196 16,5-18-196-16,-13 30 148 0,0 0-148 0,13-22 149 16,8-7-149-16,-21 29 123 0,0 0-123 0,27-24 123 15,6 5-123-15,-33 19 81 0,0 0-81 0,38-15 82 16,2 3-82-16,-40 12 36 0,0 0-36 0,42-9 37 16,2 9-37-16,-44 0-3 0,0 0 3 0,39 3-2 15,-3 8 2-15,-36-11 3 0,0 0-3 0,28 22 4 16,-2 6-4-16,-26-28 2 0,0 0-2 0,14 29 2 15,-7 10-2-15,-7-39 5 0,0 0-5 0,6 40 5 16,-6-4-5-16,0-36 0 0,0 0 0 0,-7 34 0 16,-4-1 0-16,11-33 6 0,0 0-6 0,-7 27 6 0,-2-6-6 15,9-21 38-15,0 0-38 0,-7 19 39 0,-1-4-39 16,8-15 18-16,0 0-18 0,-7 12 19 0,-2-3-19 16,9-9-2-16,0 0 2 0,-9 6-2 0,2 0 2 0,7-6 44 15,0 0-44-15,0 0 45 0,-9 6-45 16,9-6-20-16,0 0 20 0,0 0-19 0,0 0 19 0,0 0-11 15,0 0 11-15,7-3-10 0,6-4 10 0,-13 7-1 16,0 0 1-16,17-5-1 0,9-7 1 0,-26 12 37 16,0 0-37-16,30-3 37 0,-2-6-37 0,-28 9 13 15,0 0-13-15,33-2 14 0,6 4-14 0,-39-2 0 0,0 0 0 16,33 9 0-16,0 3 0 0,-33-12 1 0,0 0-1 16,28 17 2-16,-2 8-2 0,-26-25-17 0,0 0 17 15,21 37-16-15,-3 2 16 0,-18-39 7 0,0 0-7 0,8 39 7 16,-8 6-7-16,0-45 22 0,0 0-22 0,-7 40 23 15,-3-4-23-15,10-36 14 0,0 0-14 0,-18 32 15 16,-6-1-15-16,24-31 36 0,0 0-36 0,-26 28 36 16,-4-1-36-16,30-27 5 0,0 0-5 0,-31 21 5 15,-3-3-5-15,34-18 11 0,0 0-11 0,-34 14 11 16,-7-2-11-16,41-12 95 0,0 0-95 0,-36 7 96 16,1-3-96-16,35-4 0 0,0 0 0 0,-34 0 0 15,7-4 0-15,27 4 45 0,0 0-45 0,-27-7 45 16,6-1-45-16,21 8-1 0,0 0 1 0,-17-12-1 15,5-2 1-15,12 14-33 0,0 0 33 0,-14-10-33 16,3-2 33-16,11 12-185 0,0 0 185 0,-7-9-185 16,4-1 185-16,-6-7-1388 0</inkml:trace>
  <inkml:trace contextRef="#ctx0" brushRef="#br0" timeOffset="102516.22">31440 9510 449 0,'0'0'0'0,"0"0"0"0,0 0 0 15,0 0 118-15,24-12-118 0,-15 8 118 0,-2 1-118 16,2-1 211-16,1 3-211 0,-10 1 211 0,0 0-211 0,0 0 128 15,0 0-128-15,0 0 128 0,0 0-128 0,0 0 3 16,-12 0-3-16,-4 0 3 0,-8-4-3 0,-6 8 14 16,-7-3-14-16,1 3 15 0,-4 3-15 0,-2-4 18 15,-2 6-18-15,2-6 18 0,2 0-18 0,-4-3 46 16,4 2-46-16,7 2 47 0,8-4-47 0,-6-4 72 16,-1 2-72-16,11 1 72 0,6-1-72 0,-6 0 21 15,-2 2-21-15,13 0 21 0,8 0-21 0,-7-1 45 16,-1 1-45-16,3-4 46 0,1 4-46 0,6 0-39 0,0 0 39 15,0 0-39-15,-7 0 39 0,7 0 1 0,0 0-1 16,9 0 1-16,9 4-1 0,-18-4 17 0,0 0-17 16,35 0 17-16,15 1-17 0,-50-1-2 0,0 0 2 0,63 2-1 15,14-2 1-15,-77 0 1 0,0 0-1 0,101 2 1 16,20-4-1-16,-121 2 16 0,0 0-16 0,110-2 17 16,-3 1-17-16,-107 1 14 0,0 0-14 0,89-4 15 15,-14 1-15-15,-75 3 0 0,0 0 0 0,54-2 0 16,-21 0 0-16,-33 2-1 0,0 0 1 0,23 0 0 15,-14 0 0-15,-9 0 1 0,0 0-1 0,7 0 1 16,-6 0-1-16,-1 0 0 0,0 0 0 0,-14 2 0 16,-10 0 0-16,24-2 4 0,0 0-4 0,-37 3 4 15,-12 2-4-15,49-5 0 0,0 0 0 0,-56 7 0 16,-10 0 0-16,66-7 12 0,0 0-12 0,-65 9 13 16,-1-1-13-16,66-8 3 0,0 0-3 0,-75 10 4 15,-7 2-4-15,82-12 7 0,0 0-7 0,-53 9 8 0,15-6-8 16,38-3 0-16,0 0 0 0,-30 6 0 0,13-3 0 15,17-3-11-15,0 0 11 0,-14 3-10 0,7-1 10 16,7-2-11-16,0 0 11 0,8 2-10 0,13-2 10 0,-21 0-2 16,0 0 2-16,34-2-1 0,9 0 1 0,-43 2-1 15,0 0 1-15,51-6-1 0,8-1 1 0,-59 7 34 16,0 0-34-16,65-9 35 0,3-1-35 0,-68 10-11 16,0 0 11-16,75-14-11 0,9-1 11 0,-84 15 36 15,0 0-36-15,54-11 37 0,-15 5-37 0,-39 6 2 16,0 0-2-16,28-9 2 0,-11 2-2 0,-17 7 0 0,0 0 0 15,2-7 0-15,-16-1 0 0,14 8-9 0,0 0 9 16,-32-5-8-16,-15 1 8 0,47 4-11 0,0 0 11 16,-56 0-11-16,-12 0 11 0,68 0-10 0,0 0 10 15,-82 0-10-15,-12 5 10 0,94-5-4 0,0 0 4 0,-79 4-3 16,8-1 3-16,71-3-1 0,0 0 1 0,-42 0 0 16,21 0 0-16,21 0-19 0,0 0 19 0,-14 0-18 15,10 0 18-15,4 0 1 0,0 0-1 0,14 0 2 16,16-5-2-16,-30 5-24 0,0 0 24 0,37-3-23 15,13-1 23-15,-50 4-1 0,0 0 1 0,54-7 0 16,6 2 0-16,-60 5 8 0,0 0-8 0,59-7 8 16,6 4-8-16,-65 3-9 0,0 0 9 0,50-2-9 15,-9-1 9-15,-41 3-15 0,0 0 15 0,33-2-14 16,-12 0 14-16,-21 2 33 0,0 0-33 0,17 0 33 16,-4 0-33-16,-13 0 15 0,0 0-15 0,0 0 16 15,-9 4-16-15,9-4 1 0,0 0-1 0,-16 3 1 16,-5-3-1-16,21 0 5 0,0 0-5 0,-19 2 5 0,0-2-5 15,19 0 2-15,0 0-2 0,-14 1 3 0,1 1-3 16,13-2-8-16,0 0 8 0,-7 2-8 0,2 0 8 0,5-2-10 16,0 0 10-16,0 0-10 0,-7 0 10 0,7 0-10 15,0 0 10-15,0 0-10 0,0 0 10 0,0 0 0 16,0 0 0-16,0 0 0 0,0 0 0 0,0 0 1 16,0 0-1-16,0 0 2 0,4 6-2 0,-4-6 10 15,0 0-10-15,0 0 11 0,5 9-11 0,-5-9 16 16,0 0-16-16,0 0 17 0,0 0-17 0,0 0 1 0,0 0-1 15,0 0 1-15,0 0-1 0,0 0-16 0,0 0 16 16,0 0-15-16,7 4 15 0,-7-4 0 0,0 0 0 16,0 0 1-16,7 8-1 0,-7-8-2 0,0 0 2 15,0 0-2-15,7 4 2 0,-7-4 6 0,0 0-6 0,0 0 6 16,7 5-6-16,-7-5 0 0,0 0 0 0,0 0 0 16,9 7 0-16,-9-7 5 0,0 0-5 0,0 0 5 15,8 6-5-15,-8-6 32 0,9 7-32 0,-9-7 32 16,0 0-32-16,0 0-1 0,0 0 1 0,0 0-1 15,0 0 1-15,0 0-1 0,0 0 1 0,0 0 0 16,0 0 0-16,0 0 0 0,7 5 0 0,-7-5 1 16,5 6-1-16,-5-6 20 0,0 0-20 0,0 0 20 15,0 0-20-15,0 0-1 0,7 5 1 0,-7-5-1 16,0 0 1-16,0 0 26 0,0 0-26 0,0 0 26 16,0 0-26-16,0 0-11 0,0 0 11 0,0 0-11 15,0 0 11-15,0 0-369 0,0 0 369 0,0 0-368 0,0 0 368 16,0 0-804-16</inkml:trace>
  <inkml:trace contextRef="#ctx0" brushRef="#br0" timeOffset="177140.1">14253 10033 875 0,'0'0'0'0,"18"9"0"0,-18-9 169 0,0 0-169 0,0 0 169 0,-13 0-169 0,13 0 114 16,0 0-114-16,-10 0 114 0,-4-6-114 0,14 6 77 0,0 0-77 16,-10-3 77-16,-1 0-77 0,11 3 34 0,0 0-34 15,-3-9 34-15,3 0-34 0,0 9 8 0,0 0-8 16,5-10 8-16,10-2-8 0,-15 12 81 0,0 0-81 0,27-12 81 16,4 0-81-16,-31 12 100 0,0 0-100 0,39-10 101 15,6 3-101-15,-45 7 61 0,0 0-61 0,52-2 62 16,-1 4-62-16,-51-2 27 0,0 0-27 0,58 7 27 15,5 3-27-15,-63-10 12 0,0 0-12 0,78 24 13 16,13 4-13-16,-91-28 1 0,0 0-1 0,82 36 2 16,-5 3-2-16,-77-39 15 0,0 0-15 0,68 40 15 15,-7-1-15-15,-61-39 32 0,0 0-32 0,55 36 33 16,-12-7-33-16,-43-29-1 0,0 0 1 0,30 19 0 16,-14-10 0-16,-16-9 31 0,0 0-31 0,15 8 31 15,-9-4-31-15,-6-4 11 0,0 0-11 0,8 3 11 0,-1-3-11 16,-7 0 2-16,0 0-2 0,0 0 3 15,9-8-3-15,-9 8 54 0,0 0-54 0,4-21 54 0,1-10-54 16,-5 31-58-16,0 0 58 0,3-39-57 0,4-6 57 16,-7 45 47-16,0 0-47 0,7-43 48 0,-3-5-48 0,-4 48-9 15,0 0 9-15,5-39-9 0,-5 8 9 0,0 31 10 16,0 0-10-16,-5-26 11 0,1 7-11 0,4 19-36 16,0 0 36-16,-8-15-35 0,1 3 35 0,7 12-6 15,0 0 6-15,-7-6-6 0,0 6 6 0,7 0-37 16,0 0 37-16,0 11-37 0,3 8 37 0,-3-19-13 15,0 0 13-15,14 20-12 0,11 6 12 0,-3 0 0 16,8-2 0-16,-9-2 0 0,-4-7 0 0,3 8 5 0,-1 3-5 16,-2 1 6-16,-3 6-6 0,-1-6 1 0,-1 4-1 15,-9-10 2-15,-1-8-2 0,-2-13 0 0,0 0 0 16,0 26 0-16,-4 5 0 0,3-2-50 0,-5 0 50 0,3-10-49 16,0-9 49-16,-4 1-449 0,0-4 449 0,-4 8-449 15,-3 0 449-15,-10 18-845 0</inkml:trace>
  <inkml:trace contextRef="#ctx0" brushRef="#br0" timeOffset="178896.14">16528 9930 931 0,'0'0'0'0,"0"0"0"0,2-10 0 0,3 5 242 0,2-7-242 15,-7 12 242-15,3-9-242 0,-3 9 138 0,0 0-138 16,6-7 138-16,-5-1-138 0,6-4 134 0,-3-4-134 16,1 4 135-16,-3 7-135 0,0-2 49 0,-4 2-49 0,2-2 50 15,-2 0-50-15,-3 2 51 0,-2-4-51 0,7 9 51 16,-12-10-51-16,1 8 37 0,-1 1-37 0,-9 2 37 15,-2 5-37-15,-3 2 39 0,-2 2-39 0,2 2 39 16,3 0-39-16,-6 4 25 0,-1 5-25 0,-2-3 26 16,3 3-26-16,-1 3 73 0,4 3-73 0,1-2 74 15,4-7-74-15,2 12-15 0,2 0 15 0,-1 6-14 16,2 2 14-16,8-3 56 0,4-3-56 0,2-10 57 16,-1-8-57-16,8 3-4 0,4 1 4 0,8-1-3 15,8 5 3-15,1-7 0 0,4 3 0 0,1-6 0 16,2-5 0-16,-1 1 35 0,5-4-35 0,-2-3 36 15,3-1-36-15,0-1-15 0,1 1 15 0,-4-4-14 16,3-4 14-16,-3 1-81 0,4-2 81 0,-10-1-80 0,-6 1 80 16,7-1-107-16,-4 0 107 0,4-9-106 0,-6-2 106 15,-1-3-94-15,-2-7 94 0,-2-1-93 0,-3-4 93 0,1 0-20 16,1-4 20-16,-3 4-20 0,-1-2 20 0,-14 38-6 16,0 0 6-16,14-44-6 0,2-4 6 0,-16 48 4 15,0 0-4-15,11-52 5 0,1-3-5 0,-12 55 108 16,0 0-108-16,9-43 109 0,-2 9-109 0,-7 34 97 15,0 0-97-15,5-24 97 0,0 5-97 0,-5 19 36 16,0 0-36-16,7 9 37 0,-4 21-37 0,-3-30 18 16,0 0-18-16,0 38 18 0,-3 14-18 0,3-52 18 0,0 0-18 15,-9 58 19-15,-1 11-19 0,10-69 0 0,0 0 0 16,-11 86 1-16,3 18-1 0,8-104 37 0,0 0-37 16,-7 86 38-16,5-10-38 0,2-76-32 0,0 0 32 15,2 63-32-15,5-11 32 0,-7-52-7 0,0 0 7 0,5 29-7 16,0-16 7-16,-5-13-70 0,0 0 70 0,7 11-69 15,2-11 69-15,-9 0-95 0,0 0 95 0,15-11-95 16,8-7 95-16,-23 18-76 0,0 0 76 0,23-24-76 16,7-11 76-16,-30 35-13 0,0 0 13 0,29-41-12 15,1-16 12-15,-30 57 20 0,0 0-20 0,26-56 20 16,0-6-20-16,-26 62 1 0,0 0-1 0,21-50 2 16,-7 6-2-16,-14 44 55 0,0 0-55 0,11-35 56 15,-6 13-56-15,-5 22 1 0,0 0-1 0,-9-12 2 16,-17 10-2-16,26 2-41 0,0 0 41 0,-26 11-40 15,-7 6 40-15,33-17 6 0,0 0-6 0,-33 31 6 16,-6 8-6-16,39-39-4 0,0 0 4 0,-31 40-4 0,4-1 4 16,27-39-4-16,0 0 4 0,-17 29-4 15,5 2 4-15,12-31 0 0,0 0 0 0,1 24 0 0,12 0 0 16,-13-24 21-16,0 0-21 0,24 19 21 0,11-5-21 0,-35-14-9 16,0 0 9-16,39 13-8 0,4-1 8 0,-43-12-318 15,0 0 318-15,44 11-318 0,1-4 318 0,46 12-1013 16</inkml:trace>
  <inkml:trace contextRef="#ctx0" brushRef="#br0" timeOffset="179876.04">17989 9956 1603 0,'0'0'0'0,"5"13"0"15,2 12 0-15,-7-8 174 0,-7 5-174 0,3 5 174 16,-1 9-174-16,0 1 106 0,-7 2-106 0,8-15 106 16,2-7-106-16,2-17 54 0,0 0-54 0,0 35 55 15,-5 1-55-15,5-36 0 0,0 0 0 0,5 34 0 16,8 2 0-16,1-7 3 0,-2-1-3 0,2-13 4 15,7-3-4-15,-2-3 66 0,5-4-66 0,-3-4 66 16,-5-2-66-16,3-1 11 0,2-5-11 0,-3-1 11 0,3-1-11 16,-2-3 10-16,0-3-10 0,-5 3 10 0,-2 0-10 15,-3 0 57-15,2-1-57 0,-3-2 58 0,-2 0-58 16,-1-1 3-16,0-1-3 0,-1 10 3 0,-4 4-3 16,0 3 29-16,0 0-29 0,0 0 29 0,0 0-29 15,0 0-30-15,0 0 30 0,0 0-30 0,0 0 30 0,0 0 32 16,-6 10-32-16,5-1 32 0,-1 3-32 0,4 3-41 15,1-3 41-15,2 0-40 0,2 0 40 0,2 0 38 16,2-3-38-16,3-1 38 0,-1-1-38 0,7-2-9 16,4 0 9-16,-12-3-8 0,-1-4 8 0,-11 2 35 15,0 0-35-15,19-10 35 0,7-5-35 0,-8-2-27 0,-6-2 27 16,2 3-27-16,-5 2 27 0,-1-1 1 0,-2-6-1 16,-3-9 1-16,1-10-1 0,-4-3-10 0,-4 2 10 15,4 0-10-15,4 0 10 0,-4-2-54 0,3 1 54 16,2 12-53-16,-3 2 53 0,2-3 25 0,1-1-25 0,2-4 26 15,2-9-26-15,-6 11-52 0,1 1 52 0,1 18-52 16,-5 6 52-16,2 0-3 0,-1 6 3 0,-1 3-2 16,0 0 2-16,0 0-51 0,11 12 51 0,1 3-51 15,0 15 51-15,1 2-10 0,1 6 10 0,-4-2-10 16,2 4 10-16,0 4-1 0,-5 2 1 0,2 6 0 16,-2-1 0-16,0 1-3 0,2-2 3 0,-4-9-3 15,2-5 3-15,2 0-5 0,1-3 5 0,1-6-5 16,-1-3 5-16,4-3 0 0,4-2 0 0,-8-7 0 15,-1-6 0-15,0 3 82 0,3-7-82 0,4-1 82 16,3-1-82-16,0-3 35 0,2-7-35 0,-2-1 35 16,-1-1-35-16,-3-3-10 0,-1-1 10 0,2-2-10 0,0-3 10 15,-2-6 37-15,-4-1-37 0,1-5 38 0,1-4-38 16,-3 4-1-16,0 1 1 0,-1 9-1 0,-6 13 1 16,2-2 20-16,-1 5-20 0,-1-2 20 0,0 6-20 0,-2 3-43 15,0 0 43-15,0 0-43 0,0 0 43 0,1 7-1 16,1 5 1-16,3 14 0 0,-1 8 0 0,1-1-2 15,0-4 2-15,0-4-1 0,2 0 1 0,2-5-43 16,2-1 43-16,1-4-42 0,0-1 42 0,4 0 7 16,1-4-7-16,-3 0 8 0,0-6-8 0,6 1 11 15,0-5-11-15,0-5 11 0,2 1-11 0,6-4 3 16,-1 1-3-16,-5-2 4 0,-3-1-4 0,4-2 72 0,-2-3-72 16,-2-2 73-16,1-2-73 0,-5-7-2 0,5-3 2 15,-8 6-2-15,2 8 2 0,-2-7 6 0,0 1-6 16,-3 9 7-16,-4 0-7 0,4 2 68 0,0 1-68 0,-9 9 69 15,3-5-69-15,-3 5 0 0,9 2 0 0,-9-2 0 16,12 12 0-16,-3 3 6 0,1 8-6 0,-3 1 6 16,0 0-6-16,0 0 0 0,-1 3 0 0,-3-8 0 15,-1-7 0-15,1 3 0 0,-1 3 0 0,3-1 1 16,-5 5-1-16,4-5-344 0,1 2 344 0,-3-7-344 16,-2-12 344-16,2 12-1444 0</inkml:trace>
  <inkml:trace contextRef="#ctx0" brushRef="#br0" timeOffset="180046.58">19655 9909 1558 0,'0'0'0'0,"7"18"0"0,-1 9 0 15,-3-12 102-15,1-6-102 0,-4-9 103 0,0 0-103 0,0 0-1288 16</inkml:trace>
  <inkml:trace contextRef="#ctx0" brushRef="#br0" timeOffset="180636.15">20220 9994 1502 0,'0'0'0'16,"0"0"0"-16,0 0 0 0,8 3 146 0,6 0-146 0,-14-3 147 16,0 0-147-16,0 0 61 0,0 0-61 0,0 0 62 15,0 9-62-15,-1 0 53 0,-3 3-53 0,-1 0 53 16,-4 0-53-16,-3 6 0 0,-4 6 0 0,1 2 0 16,-3 2 0-16,1 3 91 0,1-2-91 0,5-7 92 15,3-6-92-15,-1-1 32 0,-2 0-32 0,4 3 32 16,4-3-32-16,-1 4 38 0,3 1-38 0,1-7 38 15,1-5-38-15,6-1 5 0,2 2-5 0,0-6 5 16,1 0-5-16,8 3 62 0,6-6-62 0,-1 0 62 16,7-6-62-16,-2 0 0 0,0-5 0 0,-6 3 0 15,-1-1 0-15,4-6 9 0,-3-3-9 0,3 0 9 0,-4-6-9 16,2-6 52-16,-2-4-52 0,-2-2 52 0,0-3-52 16,0 3-6-16,-1-4 6 0,-4 9-5 0,-6 7 5 15,6 4 55-15,-5-3-55 0,0 11 56 0,-7 7-56 0,5-2-3 16,-4 2 3-16,-3 5-3 0,0 0 3 0,0 0 35 15,0 0-35-15,2 9 35 0,0 6-35 0,-2 9-28 16,-2 4 28-16,2 2-28 0,-2 6 28 0,2 1 38 16,-2-1-38-16,2-9 39 0,2-3-39 0,2 0-44 15,1-3 44-15,0-2-43 0,0-7 43 0,2 3 43 16,2-1-43-16,-4-4 44 0,-1-10-44 0,1 3 1 16,4-1-1-16,3 0 2 0,4-2-2 0,1-2 30 0,2-1-30 15,-3 1 30-15,-2-5-30 0,7-1 32 0,-2-4-32 16,1 0 32-16,-6-6-32 0,3-4 5 0,4-2-5 15,0 0 6-15,-4-3-6 0,4 4 58 0,-3 6-58 0,-6 5 59 16,-1 7-59-16,-11 5-8 0,0 0 8 16,15 0-8-16,-3 5 8 0,-12-5-17 0,0 0 17 0,14 17-17 15,-3 12 17-15,-11-29-1 0,0 0 1 0,10 33-1 16,-3 3 1-16,-7-36-98 0,0 0 98 0,7 36-97 16,0 4 97-16,-7-40-277 0,0 0 277 0,9 30-277 15,-2 0 277-15,11 33-1553 0</inkml:trace>
  <inkml:trace contextRef="#ctx0" brushRef="#br0" timeOffset="181013.61">21521 10117 1558 0,'0'0'0'0,"7"17"0"0,4 11 0 0,-11-28 164 15,0 0-164-15,9 29 164 0,-1 7-164 0,-8-36 101 16,0 0-101-16,4 36 101 0,-2 3-101 0,-2-39 69 16,0 0-69-16,3 33 70 0,-3-5-70 0,0-28 0 15,0 0 0-15,5 27 0 0,4-1 0 0,-9-26 21 16,0 0-21-16,12 19 21 0,4-4-21 0,-16-15 107 16,0 0-107-16,23 2 107 0,3-4-107 0,-26 2 1 15,0 0-1-15,30-12 2 0,1-7-2 0,-31 19 51 0,0 0-51 16,35-24 51-16,2-5-51 0,-37 29 9 0,0 0-9 15,38-29 10-15,1-4-10 0,-39 33 0 0,0 0 0 16,40-29 0-16,-2 2 0 0,-38 27-37 0,0 0 37 0,40-21-37 16,-1 11 37-16,-39 10 35 0,0 0-35 0,36 0 36 15,1 10-36-15,-37-10 42 0,0 0-42 0,28 17 42 16,-7 5-42-16,-21-22-44 0,0 0 44 0,14 21-44 16,-9 3 44-16,-5-24-132 0,0 0 132 0,-8 24-132 15,-13-3 132-15,-7 23-1659 0</inkml:trace>
  <inkml:trace contextRef="#ctx0" brushRef="#br0" timeOffset="181156.12">21448 9839 1692 0,'0'0'0'0,"10"7"0"0,6 7 0 16,-16-14 49-16,0 0-49 0,14 13 50 0,4 1-50 15,15 14-1296-15</inkml:trace>
  <inkml:trace contextRef="#ctx0" brushRef="#br0" timeOffset="181599.86">22736 10110 1468 0,'0'0'0'0,"19"11"0"16,11 2 0-16,-6-2 143 0,0 4-143 0,-4-3 144 16,-6 3-144-16,1 3 86 0,-6 0-86 0,-2-5 87 15,-3-5-87-15,-1 2 80 0,-1 2-80 0,1 6 80 16,-1 0-80-16,2 3 8 0,-3-2-8 0,3-7 9 15,-4-7-9-15,0 2 70 0,0-2-70 0,0 2 71 16,0 2-71-16,2-3 83 0,1 3-83 0,-3-9 83 16,0 0-83-16,0 0 68 0,0 0-68 0,0 0 68 15,0 0-68-15,0 0 57 0,0 0-57 0,7-2 57 16,4-3-57-16,-1-2 18 0,2-3-18 0,-1 3 18 16,-3 0-18-16,3 2 37 0,1-4-37 0,2 1 38 15,2-4-38-15,5-2 29 0,-4 0-29 0,-1 8 29 0,-2-3-29 16,-2 6-41-16,2-3 41 0,-2 5-40 0,-1 1 40 15,1 1-17-15,0 5 17 0,-3-6-16 0,-4 3 16 0,-5-3-3 16,11 3 3-16,-11-3-3 0,9 12 3 0,-4-3-124 16,-2 3 124-16,3-7-123 0,-5 2 123 15,-1-7-355-15,7 7 355 0,-7-7-355 0,13 8 355 0,-3 1-1167 16</inkml:trace>
  <inkml:trace contextRef="#ctx0" brushRef="#br0" timeOffset="181859.17">23473 10227 1009 0,'0'0'0'0,"-19"12"0"0,-13 9 0 0,18-13 323 0,9-3-323 15,14-6 324-15,6-10-324 0,-4 10 193 0,1 1-193 16,-12 0 193-16,9 1-193 0,-9 6 121 0,-5 5-121 16,1 4 121-16,1-1-121 0,1 2 1 0,0 2-1 0,2-3 2 15,0-8-2-15,7 2 15 0,-2 2-15 0,8 6 16 16,2 0-16-16,3 0-2 0,5-3 2 0,-6-3-2 16,4-9 2-16,5 1 16 0,0-4-16 0,-1-2 17 15,-2-3-17-15,1 0 40 0,-1-2-40 0,-6-2 40 16,-5 3-40-16,6-3 38 0,-1-3-38 0,-4 3 38 15,-5-3-38-15,1-1 107 0,0-4-107 0,-9 5 108 16,-4-4-108-16,1 4 3 0,-4-5-3 0,0 7 3 16,-2-2-3-16,-1 3 0 0,-3 0 0 0,3 3 0 15,1-1 0-15,0-2-199 0,-1 1 199 0,1-3-199 16,-1 1 199-16,-8-9-1635 0</inkml:trace>
  <inkml:trace contextRef="#ctx0" brushRef="#br0" timeOffset="182104.57">23976 9915 1871 0,'0'0'0'0,"12"12"0"0,8 6 0 0,-5-2 220 16,1 1-220-16,-6-8 220 0,-4-2-220 0,1 5 100 15,-2 0-100-15,-2 12 101 0,1 10-101 0,-2 2 61 16,-1 2-61-16,1-4 61 0,-2-7-61 0,2 6-1 15,-2-5 1-15,3-1 0 0,1-3 0 0,1 0 26 0,2 4-26 16,-3-13 26-16,1-5-26 0,4 4 38 0,-2-2-38 16,0-5 38-16,-2 0-38 0,4 3-90 0,-1-1 90 0,-8-9-90 15,0 0 90-15,0 0-715 0,7-2 715 0,0-2-715 16,0 1 715-16,7-7-625 0</inkml:trace>
  <inkml:trace contextRef="#ctx0" brushRef="#br0" timeOffset="182251.86">23658 10105 1838 0,'0'0'0'0,"-2"12"0"15,-3 10 0-15,2-4 210 0,-1-3-210 0,4-6 211 16,0-4-211-16,9 2 91 0,5-1-91 0,10 3 92 16,1-4-92-16,8-1-256 0,5-1 256 0,4-6-256 0,5-4 256 15,37-2-1324-15</inkml:trace>
  <inkml:trace contextRef="#ctx0" brushRef="#br0" timeOffset="183085.36">25063 10093 1367 0,'0'0'0'0,"0"0"0"16,0 0 127-16,0 0-127 0,0 29 127 0,2 23-127 0,-2-52 190 15,0 0-190-15,0 53 191 0,-2 9-191 0,2-62 138 16,0 0-138-16,0 67 139 0,0 6-139 0,0-73 46 16,0 0-46-16,3 69 46 0,1-2-46 0,-4-67 0 15,0 0 0-15,3 53 0 0,1-6 0 16,-4-47 41-16,0 0-41 0,2 30 41 0,-1-7-41 0,-1-23 1 15,0 0-1-15,-1 15 2 0,-5-8-2 0,6-7 12 16,0 0-12-16,-8-5 13 0,-1-12-13 0,9 17 52 16,0 0-52-16,-12-26 52 0,-1-12-52 0,13 38 3 0,0 0-3 15,-10-37 3-15,-1-8-3 0,11 45 5 0,0 0-5 16,-7-34 6-16,4 4-6 0,3 30-17 0,0 0 17 0,-5-25-16 16,5 4 16-16,0 21 12 0,0 0-12 0,1-17 13 15,3 1-13-15,-4 16-52 0,0 0 52 0,2-13-51 16,1-1 51-16,-3 14 39 0,0 0-39 0,7-14 40 15,2 1-40-15,-9 13-27 0,0 0 27 0,16-19-27 16,5 0 27-16,-21 19 8 0,0 0-8 0,28-19 8 16,10 0-8-16,-38 19 1 0,0 0-1 0,44-15 1 15,1 4-1-15,-45 11-26 0,0 0 26 0,47-1-26 16,2 1 26-16,-49 0 27 0,0 0-27 0,44 5 27 16,-4 5-27-16,-40-10-16 0,0 0 16 0,30 21-15 15,-9 3 15-15,-21-24 5 0,0 0-5 0,7 27 5 0,-13 2-5 16,6-29-4-16,0 0 4 0,-14 28-3 15,-8-4 3-15,-1 1 0 0,-3 0 0 0,3-10 0 0,0-6 0 16,-1-4-33-16,-2-2 33 0,1 1-32 0,3-4 32 16,-1 0-248-16,-2-4 248 0,4 1-248 0,4-1 248 0,-21-1-1339 15</inkml:trace>
  <inkml:trace contextRef="#ctx0" brushRef="#br0" timeOffset="183274.84">25552 10302 1647 0,'0'0'0'0,"9"16"0"0,6 8 0 0,-2 0 202 0,-3 3-202 0,-5-13 202 16,-3-10-202-16,0 2-3 0,0 0 3 0,3 9-3 15,2 11 3-15,0 0-366 0,0-1 366 0,-2-11-365 16,-3-9 365-16,5 14-835 0</inkml:trace>
  <inkml:trace contextRef="#ctx0" brushRef="#br0" timeOffset="183394.68">25601 10169 1199 0,'0'0'0'0,"0"-18"0"15,2-6 0-15,-1 7 19 0,1 3-19 0,-2 2 20 0,0 9-20 16,0-14-874-16</inkml:trace>
  <inkml:trace contextRef="#ctx0" brushRef="#br0" timeOffset="183699.83">26090 10265 1703 0,'0'0'0'0,"11"3"0"0,4 2 0 0,-2 0-268 16,-1 1 268-16,-12-6-268 0,0 0 268 0,0 0 94 0,0 0-94 15,-7 3 94-15,-4 2-94 0,-4 5 240 0,-8 4-240 16,7-4 240-16,6-1-240 0,-6 3 67 0,2 4-67 16,0-4 67-16,2 3-67 0,0 2 57 0,1 2-57 0,6-12 58 15,3-2-58-15,2-5 35 0,-2 7-35 0,6 1 36 16,3 3-36-16,5 2 18 0,2 3-18 0,0-6 18 15,0-5-18-15,9 1 9 0,5-3-9 0,1-1 10 16,5-2-10-16,-3-2-61 0,-3-1 61 0,-2-4-60 16,-1 2 60-16,25-6-1492 0</inkml:trace>
  <inkml:trace contextRef="#ctx0" brushRef="#br0" timeOffset="183860.9">26541 10098 998 0,'0'0'0'0,"0"-14"0"16,2-10 0-16,-1 9 384 0,3 3-384 0,-4 3 384 15,0 6-384-15,0 3 238 0,0 0-238 0,0 0 239 0,-4 9-239 16,3 3 120-16,-3 5-120 0,-3 10 120 0,-2 9-120 16,2 2 2-16,2 0-2 0,2 0 2 0,-1-2-2 15,1 0 66-15,-3 3-66 0,3-3 66 0,-1-3-66 0,3 3-199 16,-1 3 199-16,0-4-198 0,0-8 198 16,-1 33-1557-16</inkml:trace>
  <inkml:trace contextRef="#ctx0" brushRef="#br0" timeOffset="184774.59">26798 10169 1692 0,'0'0'0'16,"5"12"0"-16,4 6 0 0,-4 0 145 0,0 1-145 15,-5-11 145-15,-3-1-145 0,-4 3 86 0,-4 1-86 16,-3 1 87-16,-5 0-87 0,-2 3 0 0,-3-3 0 0,10-3 0 15,1-1 0-15,-4 2-46 0,-4-1 46 0,7-4-45 16,-2-1 45-16,-1-1 28 0,-1-3-28 0,10 0 28 16,2 0-28-16,6 0 43 0,-7-3-43 0,7 3 44 15,0 0-44-15,0 0 10 0,0 0-10 0,0 0 10 16,0 0-10-16,0 0 40 0,0 0-40 0,9 0 41 16,7 0-41-16,1 7 53 0,4-2-53 0,-3 2 54 15,3-2-54-15,3 5-21 0,4 2 21 0,2 2-21 16,-1 1 21-16,1 4 15 0,0-4-15 0,-9-2 16 15,-2-1-16-15,9-4-10 0,3 2 10 0,-3-1-9 16,-1-4 9-16,2 2 7 0,5-2-7 0,-8-1 8 0,-7-4-8 16,2-6-1-16,0 3 1 0,-5-6-1 0,-4 3 1 15,0-6 24-15,-1 0-24 0,-4 0 25 0,-6-1-25 16,1-2 0-16,-2-2 0 0,-2 1 0 0,-3 1 0 0,-2 0 50 16,-2-4-50-16,4 7 51 0,-2 7-51 15,-3-6-39-15,-4 6 39 0,0-2-38 0,0 2 38 0,-6 2 62 16,0-1-62-16,0 4 63 0,3 0-63 15,-4 4-57-15,-4 2 57 0,8 3-56 0,3-2 56 0,-2 7 2 16,4 1-2-16,-2 1 2 0,5-4-2 0,2 5-9 16,0 2 9-16,6-2-9 0,1-2 9 0,3 8 5 15,2 2-5-15,2-6 5 0,4-5-5 0,8 3-4 0,5 4 4 16,6-6-3-16,7 1 3 0,-2-4 63 16,0-6-63-16,3 0 64 0,4-3-64 0,-2-3-36 0,2-2 36 15,-5 1-36-15,-4-3 36 0,6-4 54 0,1-4-54 0,-5 1 54 16,-4 6-54-16,2-7-2 0,-3 2 2 0,-6-1-1 15,-4 1 1-15,2-4 45 0,1-1-45 0,-7 0 46 16,-6-3-46-16,3 3 27 0,-3-1-27 0,-5 3 27 16,-3 4-27-16,0-1-8 0,-2 0 8 0,0 4-8 15,-2 3 8-15,2 3-6 0,-14-3 6 0,5-1-5 16,-3 2 5-16,-7 4-5 0,-6 5 5 0,4-4-4 16,-1 1 4-16,-5 4-44 0,-2 4 44 0,8-3-44 15,7-2 44-15,-7 5 21 0,-2 3-21 0,7-1 21 16,2-2-21-16,2 4-21 0,2 2 21 0,5-4-21 15,5-2 21-15,3 2 27 0,2 3-27 0,4-8 27 16,1-2-27-16,-10-7-1 0,0 0 1 0,23 5 0 0,10-4 0 16,-33-1 7-16,0 0-7 0,37-6 7 0,3-10-7 15,-40 16-1-15,0 0 1 0,40-24 0 0,4 0 0 16,-44 24 4-16,0 0-4 0,40-34 4 0,-1-2-4 0,-39 36 0 16,0 0 0-16,35-40 1 0,-6 1-1 0,-29 39 7 15,0 0-7-15,28-41 7 0,-5-8-7 0,-23 49 3 16,0 0-3-16,16-48 4 0,-7-3-4 0,-9 51 19 15,0 0-19-15,6-40 20 0,-2 10-20 0,-4 30-5 16,0 0 5-16,2-23-5 0,-2 10 5 0,0 13-32 16,0 0 32-16,-4 6-32 0,-3 20 32 0,7-26 3 15,0 0-3-15,-3 34 3 0,-1 11-3 0,4-45-34 16,0 0 34-16,0 48-33 0,4 7 33 0,-4-55 37 0,0 0-37 16,3 53 38-16,2 2-38 0,-5-55-107 0,0 0 107 15,7 53-107-15,4 1 107 0,6 50-1799 0</inkml:trace>
  <inkml:trace contextRef="#ctx0" brushRef="#br0" timeOffset="185689.29">28414 10479 1647 0,'0'0'0'0,"0"0"0"15,-14-8 0-15,14 8 34 0,0 0-34 0,5-9 34 16,7-3-34-16,-12 12 77 0,0 0-77 0,7-12 78 16,0 3-78-16,-7 9 86 0,0 0-86 0,-7-1 86 0,-8-1-86 15,15 2 62-15,0 0-62 0,-23 5 62 0,-7 9-62 16,30-14 53-16,0 0-53 0,-26 20 54 0,0 6-54 16,26-26 59-16,0 0-59 0,-19 35 59 0,5 4-59 0,14-39-8 15,0 0 8-15,-7 33-8 0,7 1 8 0,0-34 32 16,0 0-32-16,8 29 32 0,8-5-32 0,-16-24 9 15,0 0-9-15,26 19 10 0,7-10-10 0,1-3-13 16,-1-2 13-16,-9-2-12 0,-6-2 12 0,-18 0 45 16,0 0-45-16,26-14 46 0,5-5-46 0,-4 0 2 15,-1 2-2-15,-7-7 2 0,-3-4-2 0,-4 4 34 16,-2 4-34-16,-4 6 34 0,-5 6-34 0,-1 8 2 0,0 0-2 16,-1-9 3-16,-5 2-3 0,6 7 0 0,0 0 0 15,-8-2 1-15,-4 2-1 0,12 0 37 0,0 0-37 16,-16 11 38-16,-2 4-38 0,18-15-23 0,0 0 23 0,-15 21-22 15,-1 1 22-15,5-1 0 0,6-2 0 16,2-6 1-16,1-2-1 0,2-5 0 0,3 0 0 0,-3-6 1 16,6 8-1-16,-6-8 46 0,0 0-46 0,10 4 47 15,6-4-47-15,0-4-5 0,3 1 5 0,-7-2-4 16,-3-1 4-16,-1 0 3 0,1-3-3 0,-4-6 4 16,2-4-4-16,0 1 9 0,2 3-9 0,-4 6 9 15,-3 6-9-15,-2 3 7 0,2-10-7 0,-2 10 8 16,0-11-8-16,0 11-25 0,3-12 25 0,-3 12-24 15,0-6 24-15,0 6-9 0,0 0 9 0,0 0-8 16,0 0 8-16,0 0-6 0,7 8 6 0,-3-1-6 16,-1 2 6-16,4 6-17 0,0-3 17 0,0 2-16 15,-1-1 16-15,1 1 0 0,1 0 0 0,1-2 0 16,-2-3 0-16,5 3 29 0,4-6-29 0,0 3 29 0,1-2-29 16,6-2-20-16,1 0 20 0,-3-3-19 0,0-2 19 0,2-2 12 15,-2 0-12-15,-2-1 13 0,-1-2-13 16,-1-2 0-16,1-5 0 0,-3 0 0 0,-1 0 0 0,2-2 7 15,-2-3-7-15,-4 2 8 0,3-1-8 0,-1-1 0 16,0 2 0-16,-1-1 0 0,-4 4 0 0,1 4 39 16,-1-8-39-16,-1 4 39 0,-1 0-39 0,0 0-43 15,0-3 43-15,-1 6-42 0,-2 2 42 0,1 2 50 16,-1-5-50-16,-2 10 51 0,3-11-51 0,-3 11-13 16,0-6 13-16,0 6-13 0,0 0 13 0,0 0-65 0,0 0 65 15,0 0-65-15,0 0 65 0,0 0 3 0,0 0-3 16,0 0 3-16,9 3-3 0,-2 6 1 0,4 3-1 15,-1-4 2-15,1 2-2 0,2 11-8 0,1 7 8 0,6-1-8 16,-1 6 8-16,0-4-8 0,-1 5 8 0,-4-13-8 16,-6-2 8-16,1-4 1 0,-2 2-1 0,-2-5 1 15,1-2-1-15,-3-1-1 0,-3 0 1 0,0-3-1 16,-2-2 1-16,-5 1 56 0,-3-1-56 0,-6 1 56 16,-3 2-56-16,-4-2-7 0,-3-2 7 0,10 1-7 15,6-4 7-15,-3 0 8 0,0 0-8 0,0 0 9 16,-1-4-9-16,0 1-21 0,-1-2 21 0,6 1-21 15,4 2 21-15,5 2-483 0,-9-5 483 0,9 5-483 16,-7-8 483-16,0-1-1116 0</inkml:trace>
  <inkml:trace contextRef="#ctx0" brushRef="#br0" timeOffset="186187.64">29806 10416 1435 0,'0'0'0'0,"0"0"0"0,-10 15 0 0,13-5 83 16,6 4-83-16,-4-2 84 0,-1-2-84 0,1 11 195 16,-1 7-195-16,-1 4 196 0,1 4-196 0,1 0 125 0,0 2-125 15,-2-12 125-15,-3-4-125 0,4-1 53 0,-1 1-53 16,1-1 53-16,1-3-53 0,2 3 9 0,4-4-9 0,-8-8 9 15,-5-6-9-15,2-3 13 0,0 0-13 0,0 0 14 16,0 0-14-16,0 0 71 0,0 0-71 0,0 0 72 16,0 0-72-16,0 0 2 0,-7 0-2 0,-1-5 2 15,-5-2-2-15,-1-3 42 0,-1-6-42 0,-1 3 42 16,-1-1-42-16,-4-1 54 0,-4-6-54 0,9 5 55 16,4 4-55-16,0-3 58 0,-4-9-58 0,2-3 58 15,0-9-58-15,4 3 26 0,1 2-26 0,4 4 26 16,1-1-26-16,4 4 13 0,2 0-13 0,3 2 13 15,4-1-13-15,2 1 0 0,3 2 0 0,3 1 0 16,2 3 0-16,6 2 5 0,6 1-5 0,-1 2 5 16,-2 1-5-16,5 2-19 0,4 1 19 0,-8 3-18 15,-4 4 18-15,5 2-35 0,-1 3 35 0,-3 0-34 0,-3 2 34 16,5 3 5-16,0 4-5 0,-10-2 6 0,-8 0-6 16,0 7-38-16,1 2 38 0,-8 3-37 0,-4 1 37 0,-1-1 36 15,-3 2-36-15,-4 0 37 0,-5 1-37 0,-2 3-5 16,-3-3 5-16,0-3-4 0,0-7 4 15,-4 0 0-15,-2 1 0 0,-1-6 1 0,0 3-1 0,0-6-173 16,1-3 173-16,6 3-173 0,5-7 173 0,-19 8-1762 16</inkml:trace>
  <inkml:trace contextRef="#ctx0" brushRef="#br0" timeOffset="186742.98">30453 10356 1311 0,'0'0'0'0,"5"10"0"16,5 5 0-16,-10-15 121 0,0 0-121 0,7 14 121 16,-1 2-121-16,-6-16 97 0,0 0-97 0,-2 27 97 15,-3 9-97-15,5-36 145 0,0 0-145 0,-11 48 146 16,-3 7-146-16,14-55 72 0,0 0-72 0,-14 57 73 15,-3 3-73-15,17-60 65 0,0 0-65 0,-12 53 66 16,-1-2-66-16,13-51 9 0,0 0-9 0,-7 42 9 16,2-10-9-16,5-32 23 0,0 0-23 0,-2 26 24 15,4-5-24-15,-2-21 47 0,0 0-47 0,5 12 48 16,2-9-48-16,-7-3 48 0,0 0-48 0,14-3 49 16,4-9-49-16,-18 12 48 0,0 0-48 0,21-18 49 0,1-4-49 15,-22 22-5-15,0 0 5 0,28-24-5 0,2-7 5 16,-30 31 24-16,0 0-24 0,35-32 25 0,4-10-25 15,-39 42 0-15,0 0 0 0,38-39 0 0,2-7 0 0,-40 46 21 16,0 0-21-16,30-33 21 0,-7 5-21 0,-23 28-44 16,0 0 44-16,15-18-44 0,-4 4 44 0,-11 14-2 15,0 0 2-15,0 0-2 0,-25 22 2 0,25-22-5 16,0 0 5-16,-28 23-5 0,-8 4 5 0,36-27-10 16,0 0 10-16,-32 26-9 0,2-1 9 0,30-25-3 15,0 0 3-15,-22 24-2 0,6 1 2 0,16-25 32 0,0 0-32 16,-12 24 32-16,7-7-32 0,5-17 5 0,0 0-5 15,8 22 6-15,13-5-6 0,-21-17 21 0,0 0-21 16,32 16 21-16,15-1-21 0,-47-15 3 0,0 0-3 0,54 9 4 16,7 1-4-16,-61-10-5 0,0 0 5 0,60 10-5 15,3 1 5-15,-63-11-17 0,0 0 17 0,54 5-16 16,-4 2 16-16,-50-7-404 0,0 0 404 0,35 3-404 16,-7-1 404-16,37 5-1261 0</inkml:trace>
  <inkml:trace contextRef="#ctx0" brushRef="#br0" timeOffset="187563.37">28706 10642 404 0,'0'0'0'0,"0"0"0"16,-4-13 0-16,4 13 326 0,-3-12-326 0,3 12 326 16,0 0-326-16,0 0 203 0,0 0-203 0,0 0 204 0,0 0-204 15,0 0 128-15,0 0-128 0,0 0 129 0,0-11-129 16,0 11 115-16,1-12-115 0,-1 4 116 0,0-1-116 0,0 2 58 15,2-3-58-15,-2 3 58 0,0-2-58 0,0 3 70 16,2 0-70-16,-2 6 70 0,0-10-70 0,0 10 42 16,-2-8-42-16,2 8 42 0,-5-9-42 15,5 9-2-15,-7-10 2 0,7 10-2 0,-9-9 2 0,2 6 51 16,0-1-51-16,0 2 52 0,0-1-52 0,-2 3-5 16,1-3 5-16,1 1-4 0,0 0 4 0,-4 0 1 15,1 2-1-15,-1 0 1 0,3-1-1 0,-5 1 10 0,1-2-10 16,-2 2 11-16,0 0-11 0,-3 2 0 0,-4-1 0 15,7-1 0-15,3 0 0 0,-1 0 3 0,0 0-3 16,0 0 4-16,-1 0-4 0,1 2 30 0,-4 0-30 16,9-2 30-16,4-2-30 0,3 2 10 0,0 0-10 15,-7 0 10-15,-4 2-10 0,-1 0-12 0,-2 1 12 0,5-3-12 16,4 0 12-16,5 0-1 0,-9 0 1 0,9 0-1 16,-8 0 1-16,8 0-11 0,-12 5 11 0,12-5-10 15,-9 4 10-15,9-4-2 0,0 0 2 0,0 0-1 16,-4 10 1-16,3 0-1 0,1 2 1 0,0-1-1 15,0-5 1-15,0 5-368 0,0 1 368 0,1-2-368 16,1-5 368-16,2 14-1126 0</inkml:trace>
</inkml:ink>
</file>

<file path=ppt/ink/ink2.xml><?xml version="1.0" encoding="utf-8"?>
<inkml:ink xmlns:inkml="http://www.w3.org/2003/InkML">
  <inkml:definitions>
    <inkml:context xml:id="ctx0">
      <inkml:inkSource xml:id="inkSrc0">
        <inkml:traceFormat>
          <inkml:channel name="X" type="integer" max="19384" units="cm"/>
          <inkml:channel name="Y" type="integer" max="11100" units="cm"/>
          <inkml:channel name="F" type="integer" max="4096" units="dev"/>
          <inkml:channel name="T" type="integer" max="2.14748E9" units="dev"/>
        </inkml:traceFormat>
        <inkml:channelProperties>
          <inkml:channelProperty channel="X" name="resolution" value="627.3139" units="1/cm"/>
          <inkml:channelProperty channel="Y" name="resolution" value="637.93103" units="1/cm"/>
          <inkml:channelProperty channel="F" name="resolution" value="0" units="1/dev"/>
          <inkml:channelProperty channel="T" name="resolution" value="1" units="1/dev"/>
        </inkml:channelProperties>
      </inkml:inkSource>
      <inkml:timestamp xml:id="ts0" timeString="2021-09-17T09:33:55.804"/>
    </inkml:context>
    <inkml:brush xml:id="br0">
      <inkml:brushProperty name="width" value="0.05292" units="cm"/>
      <inkml:brushProperty name="height" value="0.05292" units="cm"/>
      <inkml:brushProperty name="color" value="#FF0000"/>
    </inkml:brush>
  </inkml:definitions>
  <inkml:trace contextRef="#ctx0" brushRef="#br0">5325 10455 695 0,'0'0'0'0,"0"0"0"0,35 2 0 0,-35-2 49 16,-12 2-49-16,3-2 50 0,1-2-50 0,-10 0-23 15,1-1 23-15,8 1-22 0,4-1 22 0,-4 3 40 16,5 0-40-16,4 0 40 0,-12 3-40 0,3-3 6 15,4 3-6-15,5-3 7 0,-9 2-7 0,9-2-122 16,0 0 122-16,0 0-122 0,0 0 122 0,0 0 139 16,0 0-139-16,0 0 139 0,0 0-139 0,0 0 173 15,6 7-173-15,-6-7 174 0,12 3-174 0,-3-1 92 0,5-2-92 16,10 0 92-16,6-2-92 16,1 1 38-16,4-1-38 0,-5-1 38 0,-9-1-38 0,9 2 50 0,-2-1-50 15,8-2 50-15,3-2-50 0,1-2 37 0,2 3-37 0,1-1 38 16,5-2-38-16,-1 4 14 0,-4 2-14 15,-1-4 15-15,-3 2-15 0,1-2 38 0,2 2-38 0,2 1 38 16,-6-4-38-16,6 4-2 0,-2 1 2 0,1-1-2 16,1 2 2-16,-2 2 3 0,2-3-3 0,-9 3 4 15,-2-5-4-15,5 1 49 0,2 1-49 0,2 0 50 16,2 1-50-16,0 0 13 0,3 0-13 0,0 1 14 16,0-1-14-16,0 2 23 0,-3-5-23 0,3 3 24 15,-5-1-24-15,2 1 3 0,3-1-3 0,0 3 4 16,0-4-4-16,-3 4 0 0,3 4 0 0,-12-4 0 15,-5 0 0-15,5 0 36 0,0 0-36 0,1 3 37 16,5-1-37-16,-3 1 0 0,-3 1 0 0,-2-1 0 0,-7-3 0 16,9 2 32-16,-1-2-32 0,0 1 33 0,-6 1-33 15,9-2-7-15,-2 0 7 0,3 0-6 0,1 0 6 16,-1 0 11-16,3 0-11 0,6 0 11 0,0 0-11 16,-5-2 5-16,-2 1-5 0,-16 1 5 0,-10 0-5 0,13 0 14 15,2 1-14-15,10-1 15 0,4-1-15 0,1-1 4 16,7-1-4-16,-28 1 4 0,-16 2-4 0,10 0 0 15,0 0 0-15,22 0 1 0,17 0-1 0,0 2 41 16,8 1-41-16,1-3 42 0,5 2-42 16,-11 1 5-16,-12 4-5 0,22-2 6 0,6 2-6 0,-25-2 12 15,-16 2-12-15,9-3 13 0,-3-4-13 0,2 5 17 16,-3 2-17-16,-1-6 17 0,-3 3-17 0,12-1 22 0,4 1-22 16,-2-4 22-16,2 1-22 0,-4 1-10 0,5 0 10 15,4-1-9-15,-3 1 9 0,15 2 1 0,9-3-1 16,-20 1 1-16,-11-2-1 0,6 2-1 0,-5-2 1 0,0 0-1 15,2 0 1-15,19 1 0 0,9 5 0 0,-24-6 1 16,-15 0-1-16,9 0 0 0,2 0 0 0,0 0 0 16,-2 0 0-16,6 0 24 0,4 0-24 0,-6 0 25 15,0 0-25-15,10 0 0 0,16 3 0 0,-13-3 0 16,1 0 0-16,0 2 23 0,1-1-23 0,-12-1 24 16,-10 0-24-16,7 2 0 0,1 2 0 0,-1-1 0 15,-2-3 0-15,22 0 24 0,8 0-24 0,-11 2 25 16,-3-2-25-16,-65 0-5 0,0 0 5 0,82 1-5 15,7-1 5-15,-89 0 0 0,0 0 0 0,99 2 0 16,5-2 0-16,-104 0 0 0,0 0 0 0,104 2 1 16,3 0-1-16,-107-2 0 0,0 0 0 0,105 3 1 15,1-1-1-15,-106-2-19 0,0 0 19 0,95 3-18 0,-1 4 18 16,-94-7 0-16,0 0 0 0,86 5 0 0,-4 4 0 16,-82-9 0-16,0 0 0 0,77 7 1 0,-6-1-1 15,-71-6 48-15,0 0-48 0,68 9 48 0,-6-4-48 0,-62-5 9 16,0 0-9-16,54 5 9 0,-7 1-9 0,-47-6-17 15,0 0 17-15,38 3-17 0,-10 6 17 0,-28-9 25 16,0 0-25-16,34 5 26 0,-5 2-26 0,-29-7-9 16,0 0 9-16,26 3-8 0,-5 2 8 0,-21-5 1 15,0 0-1-15,18 4 2 0,-1-1-2 0,-17-3-434 16,0 0 434-16,13 3-433 0,-1 6 433 0,14 3-1085 0</inkml:trace>
</inkml:ink>
</file>

<file path=ppt/ink/ink3.xml><?xml version="1.0" encoding="utf-8"?>
<inkml:ink xmlns:inkml="http://www.w3.org/2003/InkML">
  <inkml:definitions>
    <inkml:context xml:id="ctx0">
      <inkml:inkSource xml:id="inkSrc0">
        <inkml:traceFormat>
          <inkml:channel name="X" type="integer" max="19384" units="cm"/>
          <inkml:channel name="Y" type="integer" max="11100" units="cm"/>
          <inkml:channel name="F" type="integer" max="4096" units="dev"/>
          <inkml:channel name="T" type="integer" max="2.14748E9" units="dev"/>
        </inkml:traceFormat>
        <inkml:channelProperties>
          <inkml:channelProperty channel="X" name="resolution" value="627.3139" units="1/cm"/>
          <inkml:channelProperty channel="Y" name="resolution" value="637.93103" units="1/cm"/>
          <inkml:channelProperty channel="F" name="resolution" value="0" units="1/dev"/>
          <inkml:channelProperty channel="T" name="resolution" value="1" units="1/dev"/>
        </inkml:channelProperties>
      </inkml:inkSource>
      <inkml:timestamp xml:id="ts0" timeString="2021-09-17T09:32:30.775"/>
    </inkml:context>
    <inkml:brush xml:id="br0">
      <inkml:brushProperty name="width" value="0.05292" units="cm"/>
      <inkml:brushProperty name="height" value="0.05292" units="cm"/>
      <inkml:brushProperty name="color" value="#FF0000"/>
    </inkml:brush>
  </inkml:definitions>
  <inkml:trace contextRef="#ctx0" brushRef="#br0">12742 4323 695 0,'0'0'0'0,"0"0"0"16,-32 12 0-16,22-8 144 0,3-4-144 0,7 0 145 0,-10-4-145 15,10 4 94-15,-11-12-94 0,11 12 95 0,-12-8-95 16,-4-1 152-16,-1 2-152 0,-4 0 153 0,1 2-153 16,-6-3 112-16,-3 4-112 0,2 1 113 0,-1-2-113 0,0 5 63 15,-1-4-63-15,-1 4 64 0,0 0-64 0,-1 4 70 16,-2-4-70-16,-2 5 70 0,0 2-70 0,-4-2 36 15,4 3-36-15,0 3 36 0,2-3-36 16,-2 4-1-16,-3 0 1 0,3 0-1 0,0 4 1 0,2-1 7 16,0 6-7-16,-4-2 7 0,-2-4-7 0,1 6 0 15,0-6 0-15,-4 2 1 0,1-1-1 0,3-1 22 16,-6 6-22-16,6-2 22 0,-1 1-22 0,1 1 71 0,0 4-71 16,-3 0 72-16,0-1-72 0,0 3 49 15,5 6-49-15,1 3 50 0,0 0-50 0,0 3 51 0,2 1-51 16,1-4 51-16,2-5-51 0,1 8 50 0,-1-3-50 0,-1 0 50 15,1 0-50-15,-9 23 21 0,-2 9-21 16,0-4 21-16,3-9-21 0,3-1 37 0,0 0-37 0,7-8 37 16,5-10-37-16,-3 24 20 0,-7 16-20 0,3-13 20 15,2 1-20-15,4-4 41 0,-2 2-41 0,3-14 41 16,4-9-41-16,-4 30 60 0,-7 16-60 0,4-16 61 16,-4-2-61-16,4 0 14 0,-4 0-14 0,8 7 15 15,-4 8-15-15,5-6 9 0,0-1-9 0,0-4 10 16,3 1-10-16,1 7 34 0,-1 8-34 0,3-5 35 15,1-4-35-15,1 6 1 0,1 2-1 0,2 1 1 16,1-5-1-16,0 6 5 0,6-4-5 0,-1 7 5 16,4 3-5-16,0-1 3 0,-2-2-3 0,4 0 4 15,2 0-4-15,1 5 0 0,2 4 0 0,2-4 1 0,-1 2-1 16,1 1 5-16,3 4-5 0,2-3 5 0,2-4-5 16,1 8 0-16,1 10 0 0,-1-11 1 0,3-2-1 15,4 10 6-15,-3 3-6 0,5-6 7 0,4-3-7 0,1 10 0 16,4 3 0-16,-1-5 0 0,0-6 0 0,0 6 0 15,4 4 0-15,-1-8 1 0,1 3-1 0,8 3 0 16,3 5 0-16,1-5 0 0,-3-2 0 0,6 8-21 16,3-3 21-16,-4 2-21 0,2-1 21 0,4 2 5 15,5 3-5-15,3-1 5 0,2-1-5 0,1-5 0 16,-5-7 0-16,6 3 0 0,2 2 0 0,6-5 18 0,4-7-18 16,-1-2 19-16,-4-1-19 0,14-4 0 15,1 0 0-15,1-15 0 0,-1-11 0 0,10 11-3 0,-3 4 3 16,13-18-3-16,0-7 3 0,8-5-76 0,5-10 76 0,0-7-75 15,5-7 75-15,6-6-185 0,4-4 185 16,-1-7-185-16,-2-4 185 0,8-10-573 0,7-3 573 0,1-4-573 16,-1-4 573-16,156-7-844 0</inkml:trace>
  <inkml:trace contextRef="#ctx0" brushRef="#br0" timeOffset="2144.15">12066 4493 729 0,'0'0'0'0,"0"0"0"0,31-36 0 0,-31 36 232 0,0 0-232 0,26-27 232 16,8-4-232-16,-34 31 193 0,0 0-193 0,29-28 193 16,6-1-193-16,-35 29 132 0,0 0-132 0,33-24 132 15,4-2-132-15,-37 26 46 0,0 0-46 0,42-24 47 16,0 0-47-16,-42 24 35 0,0 0-35 0,45-20 35 15,10-4-35-15,-55 24 12 0,0 0-12 0,56-24 13 16,5 1-13-16,-61 23 27 0,0 0-27 0,82-32 27 16,12-4-27-16,-94 36 48 0,0 0-48 0,98-43 48 15,5-2-48-15,-103 45 34 0,0 0-34 0,100-43 34 16,-6 0-34-16,-94 43 39 0,0 0-39 0,96-38 40 16,2 4-40-16,-98 34 17 0,0 0-17 0,100-27 17 0,-6 3-17 15,-94 24 20-15,0 0-20 0,94-24 20 0,1 3-20 16,-95 21 1-16,0 0-1 0,99-15 1 0,4-1-1 15,-103 16 45-15,0 0-45 0,103-15 46 0,6 3-46 0,-109 12-2 16,0 0 2-16,111-9-2 0,3-3 2 0,-114 12 25 16,0 0-25-16,115-7 26 0,-3 6-26 0,-112 1 1 15,0 0-1-15,117-4 1 0,2 1-1 0,-119 3-3 16,0 0 3-16,117 3-3 0,-2 1 3 0,-115-4-31 16,0 0 31-16,117 8-31 0,-1-3 31 0,-116-5 2 15,0 0-2-15,112 14 2 0,-1 0-2 0,-111-14 0 16,0 0 0-16,114 24 0 0,5 1 0 0,-119-25 15 0,0 0-15 15,113 30 15-15,3 4-15 0,-116-34 1 0,0 0-1 16,115 41 2-16,2 11-2 0,-117-52 5 0,0 0-5 16,115 51 5-16,6 4-5 0,-121-55 32 0,0 0-32 0,117 52 32 15,-2-1-32-15,-115-51 38 0,0 0-38 0,112 52 39 16,0-1-39-16,-112-51 1 0,0 0-1 0,110 60 1 16,2 9-1-16,-112-69 22 0,0 0-22 0,110 67 22 15,-5 0-22-15,-105-67 0 0,0 0 0 0,106 63 1 16,6-3-1-16,-112-60 0 0,0 0 0 0,103 71 1 15,2-3-1-15,-105-68 43 0,0 0-43 0,110 76 44 16,2 6-44-16,-112-82-21 0,0 0 21 0,103 76-21 16,-2-4 21-16,-101-72 38 0,0 0-38 0,102 82 39 15,-1 9-39-15,-101-91-7 0,0 0 7 0,94 84-7 16,-1-5 7-16,-93-79 19 0,0 0-19 0,91 81 20 16,-2-2-20-16,-89-79 0 0,0 0 0 0,89 91 0 15,-5 5 0-15,-84-96-7 0,0 0 7 0,82 89-6 0,0 0 6 16,-82-89 1-16,0 0-1 0,77 95 1 0,0 4-1 15,-77-99 8-15,0 0-8 0,78 95 9 0,-6 1-9 16,-72-96 39-16,0 0-39 0,72 99 40 0,-1 11-40 0,-71-110-6 16,0 0 6-16,65 105-5 0,-7-2 5 0,-58-103 12 15,0 0-12-15,57 111 13 0,-4 4-13 0,-53-115-1 16,0 0 1-16,50 113 0 0,-1-1 0 0,-49-112-1 16,0 0 1-16,49 120-1 0,-3 11 1 0,-46-131 5 15,0 0-5-15,43 120 5 0,-4 2-5 0,-39-122 0 16,0 0 0-16,38 130 1 0,-5 2-1 0,-33-132 22 15,0 0-22-15,34 136 23 0,-7 1-23 0,-27-137 3 0,0 0-3 16,28 132 3-16,0-1-3 0,-28-131 0 0,0 0 0 16,21 142 0-16,0-3 0 0,-21-139 2 0,0 0-2 15,14 137 3-15,-5-4-3 0,-9-133 10 0,0 0-10 0,9 135 11 16,-7 4-11-16,-2-139 8 0,0 0-8 0,0 143 9 16,-6 1-9-16,6-144 9 0,0 0-9 0,-12 134 10 15,-9-4-10-15,21-130 15 0,0 0-15 0,-24 136 15 16,-6 1-15-16,30-137 3 0,0 0-3 0,-33 136 4 15,-2-1-4-15,35-135 0 0,0 0 0 0,-40 131 0 16,-2 1 0-16,42-132-3 0,0 0 3 0,-42 134-3 16,-2-2 3-16,44-132-7 0,0 0 7 0,-44 123-7 15,-6-8 7-15,50-115 16 0,0 0-16 0,-49 122 17 16,0 0-17-16,49-122 1 0,0 0-1 0,-51 111 2 16,-1-6-2-16,52-105 0 0,0 0 0 0,-53 110 1 0,1 5-1 15,52-115-20-15,0 0 20 0,-56 100-19 16,-2-8 19-16,58-92 37 0,0 0-37 0,-59 89 38 0,-4-4-38 15,63-85-15-15,0 0 15 0,-65 85-14 0,-1 3 14 0,66-88 2 16,0 0-2-16,-66 77 3 0,-1-3-3 0,67-74 0 16,0 0 0-16,-64 65 0 0,-4-3 0 0,68-62 35 15,0 0-35-15,-76 67 36 0,-2 3-36 0,78-70-20 16,0 0 20-16,-82 62-20 0,-2-7 20 0,84-55 12 16,0 0-12-16,-91 55 13 0,-3-5-13 0,94-50-33 15,0 0 33-15,-95 48-33 0,-4-2 33 0,99-46 12 16,0 0-12-16,-95 51 13 0,-6 1-13 0,101-52 2 15,0 0-2-15,-101 48 3 0,-2-2-3 0,103-46-43 0,0 0 43 16,-104 42-43-16,-7-6 43 0,111-36 58 0,0 0-58 16,-109 34 59-16,3 0-59 0,106-34-22 0,0 0 22 15,-103 33-22-15,-6-4 22 0,20-5 0 0,7 0 0 16,10-5 0-16,10-4 0 0,-1 1-1 0,2-2 1 0,-1 3 0 16,3 2 0-16,3-4 7 0,0 1-7 0,0-3 8 15,6 4-8-15,4-3-8 0,8 0 8 16,-9-2-7-16,-4-4 7 0,2 3 15 0,-2-3-15 0,1 3 16 15,-3-3-16-15,-10 3 0 0,-10 1 0 0,7-4 0 16,-3 2 0-16,17-1-39 0,5-2 39 0,-4-2-38 16,2 2 38-16,49-7 43 0,0 0-43 0,-77 12 43 15,-24 3-43-15,17-3-10 0,7 0 10 0,7-3-10 16,11 0 10-16,59-9 0 0,0 0 0 0,-77 5 0 16,-8 2 0-16,9-2 3 0,8 0-3 0,5 0 4 15,6-2-4-15,10 1 20 0,8 1-20 0,-3-5 20 0,2 2-20 16,-11-1 1-16,-1-1-1 0,1 2 1 0,-1 2-1 15,-4-1 4-15,0-3-4 0,4 2 4 0,-4-1-4 16,-16 1-36-16,-7 2 36 0,1-1-36 0,3-3 36 0,1 0-43 16,-3 0 43-16,-3 0-42 0,0-3 42 0,-9 3-170 15,-4 3 170-15,-1-3-170 0,-4 0 170 0,-5 0-434 16,-6-3 434-16,-8 3-433 0,-7 3 433 0,-113-3-1230 16</inkml:trace>
  <inkml:trace contextRef="#ctx0" brushRef="#br0" timeOffset="5618.3">13586 4251 897 0,'0'0'0'0,"0"0"0"0,0 0 0 0,0 0 115 16,0 0-115-16,0 0 116 0,0 0-116 0,0 0 187 15,0 0-187-15,0 0 188 0,0 0-188 0,0 0 166 16,0 0-166-16,0 0 166 0,0 0-166 0,0 0 21 16,0 0-21-16,0 0 21 0,-23-21-21 0,23 21 59 15,0 0-59-15,-24-10 59 0,-11-5-59 0,35 15 62 16,0 0-62-16,-40-9 63 0,-8 4-63 0,48 5 31 16,0 0-31-16,-50 0 31 0,-6 5-31 0,56-5 18 0,0 0-18 15,-56 7 19-15,0 5-19 0,56-12-6 0,0 0 6 16,-56 14-5-16,5 5 5 0,51-19-4 0,0 0 4 15,-43 19-3-15,8 1 3 0,35-20-4 0,0 0 4 16,-30 28-3-16,7 1 3 0,23-29-54 0,0 0 54 0,-12 27-54 16,3 4 54-16,9-31-7 0,0 0 7 0,6 28-7 15,9-4 7-15,-15-24 1 0,0 0-1 16,27 20 2-16,9-1-2 0,-36-19-4 0,0 0 4 0,40 12-3 16,13-3 3-16,-53-9 6 0,0 0-6 0,52 7 6 15,8-2-6-15,-60-5 0 0,0 0 0 0,73 7 0 16,9 1 0-16,-82-8-1 0,0 0 1 0,74 12-1 15,-10 0 1-15,-64-12 16 0,0 0-16 0,47 7 17 16,-13 2-17-16,-34-9 0 0,0 0 0 0,26 8 0 16,-9-4 0-16,-17-4 9 0,0 0-9 0,12 8 10 15,-5-4-10-15,-7-4 45 0,0 0-45 0,0 12 46 0,-8 0-46 16,8-12 37-16,0 0-37 0,-18 15 37 0,-4 1-37 16,22-16 16-16,0 0-16 0,-39 15 17 0,-5-1-17 15,44-14 88-15,0 0-88 0,-50 15 88 0,-3-3-88 0,53-12-2 16,0 0 2-16,-54 12-2 0,0-2 2 0,54-10 3 15,0 0-3-15,-51 12 3 0,4 0-3 0,47-12-51 16,0 0 51-16,-38 9-51 0,6-5 51 0,32-4-204 16,0 0 204-16,-29 5-204 0,2-5 204 0,-27 7-1386 15</inkml:trace>
  <inkml:trace contextRef="#ctx0" brushRef="#br0" timeOffset="6313.62">14009 4088 875 0,'0'0'0'0,"-11"12"0"16,-10 2 0-16,21-14 135 0,0 0-135 0,9 10 136 15,12 2-136-15,-21-12 106 0,0 0-106 0,12 24 107 16,6 7-107-16,-18-31 72 0,0 0-72 0,5 50 72 16,-2 20-72-16,-3-70 77 0,0 0-77 0,0 64 77 0,-7 8-77 15,7-72 30-15,0 0-30 0,-5 79 30 0,-2 6-30 16,7-85 30-16,0 0-30 0,-2 61 30 0,-3-20-30 15,5-41 8-15,0 0-8 0,-2 34 9 0,2-10-9 16,0-24 26-16,0 0-26 0,2 21 26 0,0-11-26 0,-2-10 2 16,0 0-2-16,0 0 2 0,12 5-2 0,-12-5-47 15,0 0 47-15,12-15-46 0,6-9 46 0,-18 24-61 16,0 0 61-16,17-33-61 0,1-3 61 0,-18 36-36 16,0 0 36-16,22-43-35 0,8-8 35 0,-30 51 18 15,0 0-18-15,33-60 18 0,2-11-18 0,-35 71 30 0,0 0-30 16,47-75 30-16,9-4-30 0,-56 79 38 0,0 0-38 15,39-53 38-15,-10 10-38 0,-29 43 45 0,0 0-45 16,20-21 46-16,-12 9-46 0,-8 12 0 0,0 0 0 0,0 0 0 16,0 0 0-16,0 0 25 0,0 0-25 0,-7 17 26 15,-5 4-26-15,12-21 36 0,0 0-36 0,-12 22 37 16,-5 2-37-16,17-24 2 0,0 0-2 0,-14 21 2 16,1-2-2-16,13-19 17 0,0 0-17 0,-12 15 17 15,5-3-17-15,7-12 33 0,0 0-33 0,-7 14 33 16,0-2-33-16,7-12 1 0,0 0-1 0,-3 22 2 15,1 6-2-15,2-28 13 0,0 0-13 0,0 27 13 16,0-3-13-16,0-24 4 0,0 0-4 0,12 24 4 16,6 0-4-16,-18-24 37 0,0 0-37 0,36 24 37 15,13-3-37-15,-49-21 0 0,0 0 0 0,58 19 0 0,10-7 0 16,-68-12 0-16,0 0 0 0,91 12 0 16,21 0 0-16,-112-12-5 0,0 0 5 0,99 12-5 0,1 0 5 15,-100-12-359-15,0 0 359 0,89 15-358 0,-7 4 358 0,89 19-930 16</inkml:trace>
  <inkml:trace contextRef="#ctx0" brushRef="#br0" timeOffset="8942.02">14980 5219 617 0,'0'0'0'0,"0"0"0"16,0 0 0-16,0 0 158 0,-21-3-158 0,12-1 159 15,1 1-159-15,-6-2 172 0,-4 1-172 0,1-1 172 16,1 2-172-16,-5-4 141 0,-2 2-141 0,2 1 142 16,4 1-142-16,-4-1 75 0,0 3-75 0,0-3 75 15,2 1-75-15,-2-1 49 0,-4-1-49 0,6 2 50 16,-2-3-50-16,-3 0 22 0,-1-1-22 0,4 2 22 16,5-1-22-16,-6 3 35 0,-3 0-35 0,3-3 35 15,-3 3-35-15,-3 3 29 0,-2-3-29 0,3 3 29 16,-1 0-29-16,0 0 32 0,0 0-32 0,-6 0 33 0,3 0-33 15,1 3 0-15,-3-3 0 0,5 2 0 0,4-1 0 16,-9 5 34-16,1-3-34 0,1 0 35 0,6 3-35 16,-8-3-3-16,-2 6 3 0,4-3-3 0,-4 3 3 0,1 0 15 15,-1-2-15-15,2 5 15 0,2 0-15 0,-2 3-3 16,-2 2 3-16,2 2-3 0,-2-2 3 0,-2 6 0 16,4-3 0-16,-2-1 1 0,0-2-1 0,2 4-6 15,-1 1 6-15,6-5-5 0,-1-1 5 0,-1 3 33 16,-1-2-33-16,-3 2 34 0,-4 1-34 0,3 1-3 15,-3 1 3-15,4-1-2 0,3-2 2 0,-1 8 25 16,3 2-25-16,-4 2 26 0,3-2-26 0,0 6 1 16,2-5-1-16,-1 0 1 0,2-3-1 0,-1 1-1 0,0-1 1 15,-1-1 0-15,-1 0 0 0,-3-1 40 0,-2 1-40 16,5 1 41-16,2 3-41 0,0 1-7 0,0 8 7 0,0-1-7 16,2 0 7-16,0-2 22 0,3-6-22 0,-3 3 22 15,5-4-22-15,-3 6-15 0,-3-6 15 16,5 5-15-16,4-3 15 0,-10 5 39 0,0 0-39 0,2 9 40 15,2-2-40-15,-3-1-1 0,3 0 1 0,1 1 0 16,-3-7 0-16,0 3 39 0,0 1-39 0,1 1 39 16,1-2-39-16,4 11 1 0,0 3-1 0,-3-6 1 15,4-3-1-15,1 1 5 0,4-2-5 0,-2 0 5 16,1-2-5-16,2 9 45 0,-2 1-45 0,4 13 45 16,4 2-45-16,-1-12-21 0,2-10 21 0,-2 3-21 15,1-8 21-15,1 9 13 0,1 4-13 0,-2 11 14 0,-5 9-14 16,5-13-1-16,3-17 1 0,-3 7-1 0,2-1 1 15,-4 10 32-15,4 14-32 0,2 0 33 0,-1-2-33 16,-1-1-30-16,0-5 30 0,1-13-30 0,-1-8 30 16,1 19 16-16,4 12-16 0,-3-6 17 0,1 3-17 15,4-17 0-15,1-5 0 0,8 7 1 0,5 11-1 0,-4 5 65 16,2 11-65-16,-2-16 65 0,2-4-65 0,-2-3-11 16,2-2 11-16,4 4-11 0,-1 3 11 0,2-3 38 15,-5 2-38-15,-1-13 38 0,-5-10-38 0,13 19-19 16,0 9 19-16,2 3-18 0,-5 4 18 0,-18-76 5 15,0 0-5-15,29 86 5 0,6 6-5 0,-35-92 1 16,0 0-1-16,39 110 1 0,4 10-1 0,-43-120 0 16,0 0 0-16,51 113 1 0,0 1-1 0,-51-114 0 0,0 0 0 15,57 118 0-15,4 2 0 0,-61-120 6 0,0 0-6 16,69 119 7-16,0-4-7 0,-69-115 8 0,0 0-8 16,81 116 8-16,4 4-8 0,-85-120 33 0,0 0-33 0,79 112 34 15,1-4-34-15,-80-108 5 0,0 0-5 0,91 110 5 16,5-5-5-16,-96-105 0 0,0 0 0 0,95 94 0 15,-4-6 0-15,-91-88 0 0,0 0 0 0,101 89 0 16,-2 4 0-16,-99-93-1 0,0 0 1 0,104 77-1 16,4-3 1-16,-108-74 22 0,0 0-22 0,110 66 23 15,7-5-23-15,-117-61-16 0,0 0 16 0,115 63-15 16,8-3 15-16,-123-60-22 0,0 0 22 0,129 60-22 16,4-1 22-16,-133-59-129 0,0 0 129 0,141 42-128 15,1-4 128-15,-142-38-265 0,0 0 265 0,159 24-265 16,15-13 265-16,158 19-1409 0</inkml:trace>
  <inkml:trace contextRef="#ctx0" brushRef="#br0" timeOffset="10790.63">13933 5152 483 0,'0'0'0'0,"0"0"0"16,0 0 0-16,0 0 256 0,18-9-256 0,-9 3 256 16,-4-1-256-16,7 2 186 0,0-4-186 0,-1 2 186 15,-2 2-186-15,6 2 114 0,-1-6-114 0,4 2 114 16,-1 2-114-16,4 2 57 0,0-6-57 0,0 6 58 15,-3-1-58-15,3 1 74 0,1 1-74 0,5-1 74 0,-1-1-74 16,7 1 25-16,5-1-25 0,-13 3 26 0,-2 1-26 16,6-4 13-16,6 1-13 0,0-2 13 15,4 1-13-15,-5 1 59 0,3-3-59 0,3 3 59 0,-5 0-59 16,4-1 24-16,-1 2-24 0,-3 1 25 0,4-1-25 0,-1 2 36 16,0-3-36-16,-3-1 37 0,-5 4-37 0,2 0 32 15,2 0-32-15,0 0 33 0,-5 4-33 0,5-4-2 16,1 0 2-16,-6 3-1 0,-6-3 1 0,10 0 9 15,2 2-9-15,0 1 10 0,0 1-10 0,0-1 34 16,2 2-34-16,-4 2 35 0,0-3-35 0,2 1-3 16,0 2 3-16,2 1-3 0,-3-4 3 0,5 4 1 0,-2-3-1 15,-4 2 1-15,0 0-1 0,2 2 1 16,3-1-1-16,-1 1 1 0,3 1-1 0,0-1 33 0,2-1-33 16,-5 2 34-16,0 3-34 0,1-1-15 0,6 0 15 0,-2 1-14 15,1 6 14-15,-6 0 36 0,2 2-36 0,-3-1 36 16,-1 3-36-16,4-3-37 0,-3 1 37 0,-2-2-37 15,-3-4 37-15,7 6 45 0,3-6-45 0,-1 4 45 16,2 2-45-16,-7-1 0 0,0 1 0 0,-4-2 0 16,2-1 0-16,0 0 22 0,2 2-22 0,-3 3 23 15,-2 1-23-15,3 0 10 0,2 7-10 0,0 1 10 16,3 1-10-16,-3 1 0 0,0-6 0 0,0 1 0 16,0-2 0-16,-2-3 26 0,0 0-26 0,2 0 26 15,-5 2-26-15,1 3 5 0,3-1-5 0,-3-1 5 16,2 1-5-16,2 8 5 0,-3 3-5 0,3 1 5 15,1-8-5-15,-4 1 14 0,1-2-14 0,-3 1 15 16,1-1-15-16,-1 0-17 0,-1 2 17 0,-2-2-17 0,2 1 17 16,1 4 14-16,-4 7-14 0,4-2 15 0,1 0-15 15,3 1-10-15,-8-3 10 0,3-3-10 0,-6-3 10 16,2 5 8-16,-3 1-8 0,1 2 9 0,0-1-9 16,0 6-1-16,-6 4 1 0,0-4 0 0,4-3 0 0,-3 2 15 15,3-2-15-15,-4-4 16 0,1 2-16 0,-4 6-1 16,1 1 1-16,-1 0 0 0,-1 7 0 0,-3-7 40 15,2 0-40-15,4-2 40 0,-4-1-40 0,2-1-2 16,2 6 2-16,2 10-1 0,-1 10 1 0,0-6-3 16,1-2 3-16,-8-16-3 0,-3-10 3 0,-3 7 3 15,1-4-3-15,-3 10 3 0,-2 2-3 0,7 1 0 16,-4 1 0-16,3-4 0 0,-6 0 0 0,0 2 0 0,-4 1 0 16,4 8 1-16,-2 7-1 0,-1 1 0 0,-9 4 0 15,6-20 1-15,-2-11-1 0,-1 4 2 0,-2-6-2 16,3 9 2-16,1-3-2 0,-2 4 0 0,0 5 0 0,-1-5 0 15,-1-1 0-15,-1 1 1 0,-2-1-1 0,4-2 2 16,1-1-2-16,-2 1 9 0,1 2-9 0,-1 14 9 16,-4 5-9-16,4-16 8 0,4-8-8 0,-1-3 9 15,1-1-9-15,0 2 9 0,-2 6-9 0,-3-5 9 16,1 8-9-16,-1-2 1 0,0 2-1 0,-2-5 1 16,3-2-1-16,1-1 3 0,-4 7-3 0,0-7 3 15,3 0-3-15,-6 7 10 0,1 5-10 0,-1 4 11 16,-4 11-11-16,5-23 3 0,0-5-3 0,-1 2 4 15,1-7-4-15,-3 4 21 0,0 8-21 0,-1-4 21 16,-2 3-21-16,-1-3-2 0,-3 2 2 0,3-8-1 16,-3 2 1-16,-2-1 13 0,0-1-13 0,0 7 14 0,2-3-14 15,-11 12-1-15,-7 9 1 0,4-4 0 0,0-8 0 16,40-51-3-16,0 0 3 0,-47 58-3 0,-6 2 3 16,53-60 29-16,0 0-29 0,-61 73 29 0,-2 2-29 0,63-75-7 15,0 0 7-15,-64 67-6 0,-6 0 6 0,70-67 0 16,0 0 0-16,-75 58 1 0,0-1-1 0,75-57 8 15,0 0-8-15,-83 53 8 0,1-7-8 0,82-46 0 16,0 0 0-16,-84 52 0 0,-3-1 0 0,87-51 3 16,0 0-3-16,-91 50 4 0,-3-3-4 0,94-47 2 15,0 0-2-15,-94 41 2 0,3-4-2 0,91-37 5 0,0 0-5 16,-102 36 5-16,1-10-5 0,101-26 3 16,0 0-3-16,-101 29 3 0,5-3-3 0,96-26 0 0,0 0 0 15,-109 26 0-15,-1 0 0 0,110-26 35 0,0 0-35 16,-108 25 35-16,-7-2-35 0,115-23-8 0,0 0 8 15,-114 29-8-15,-5 3 8 0,119-32 0 0,0 0 0 0,-117 31 0 16,2 2 0-16,115-33-2 0,0 0 2 0,-117 24-2 16,-4-9 2-16,121-15 0 0,0 0 0 0,-117 12 1 15,2-3-1-15,115-9-2 0,0 0 2 0,-124 0-1 16,-2 0 1-16,126 0-130 0,0 0 130 0,-128-3-129 16,1-4 129-16,127 7-386 0,0 0 386 0,-131-9-385 15,2-3 385-15,-132-5-1327 0</inkml:trace>
  <inkml:trace contextRef="#ctx0" brushRef="#br0" timeOffset="11975.12">13879 6053 527 0,'0'0'0'0,"0"0"0"0,0 0 0 0,0 0 266 16,0 0-266-16,0 0 267 0,0 0-267 0,0 0 191 15,0 0-191-15,0 0 191 0,-14-19-191 0,14 19 116 16,0 0-116-16,-12-12 116 0,-5 0-116 0,17 12 102 16,0 0-102-16,-23-8 103 0,-7 2-103 0,30 6 39 0,0 0-39 15,-31 0 39-15,-2 6-39 0,33-6 42 0,0 0-42 16,-35 6 43-16,-4 12-43 0,39-18 1 0,0 0-1 15,-43 24 2-15,1 8-2 0,42-32 12 0,0 0-12 0,-41 38 12 16,5 3-12-16,36-41 1 0,0 0-1 0,-26 43 1 16,-1 2-1-16,27-45 55 0,0 0-55 15,-17 50 55-15,8-2-55 0,9-48 8 0,0 0-8 0,0 48 9 16,5-4-9-16,-5-44 44 0,0 0-44 0,21 43 44 16,11 0-44-16,-32-43 14 0,0 0-14 0,38 36 15 15,9-8-15-15,-47-28 2 0,0 0-2 0,63 27 2 16,11-3-2-16,-74-24 20 0,0 0-20 0,73 17 20 15,0-7-20-15,-73-10-70 0,0 0 70 0,65 0-69 16,1-3 69-16,-66 3-200 0,0 0 200 0,49-10-199 16,-10-2 199-16,48-9-1256 0</inkml:trace>
  <inkml:trace contextRef="#ctx0" brushRef="#br0" timeOffset="12308.23">14501 5784 1311 0,'0'0'0'0,"0"12"0"0,0 7 0 0,0-19 171 0,0 0-171 16,9 20 172-16,3 1-172 0,-12-21 163 15,0 0-163-15,11 36 164 0,-4 7-164 0,0 6 86 0,0 8-86 16,-2-5 87-16,-2-1-87 0,-3-51-4 0,0 0 4 0,4 53-3 16,1 6 3-16,-5-59 39 0,0 0-39 0,4 60 40 31,-3 0-40-31,3-5-14 0,-1-4 14 0,-3-11-13 0,0-8 13 0,0-1-43 0,0-3 43 0,0-4-42 16,0-7 42-16,0-2-339 0,0 1 339 0,0-6-338 15,0-1 338-15,0 6-934 0</inkml:trace>
  <inkml:trace contextRef="#ctx0" brushRef="#br0" timeOffset="12661.04">14873 6022 1311 0,'0'0'0'0,"-10"7"0"0,-9 5 0 16,1 0 87-16,-1 4-87 0,2 1 88 0,-3 5-88 0,3 2 78 16,-4 3-78-16,5-6 79 0,4-2-79 0,-5 2 7 15,-3-4-7-15,1 2 7 0,-2-2-7 0,4 2-4 16,-4 0 4-16,12-11-3 0,5-4 3 0,4-4 0 16,-8 8 0-16,-1 1 0 0,-5 3 0 0,7-2 58 15,-2-1-58-15,4-3 59 0,2 0-59 0,3-6 126 0,0 0-126 16,0 0 126-16,15 5-126 0,-3 2 123 0,8-2-123 15,6 2 124-15,7-1-124 0,0 3 56 0,6-2-56 16,1 2 57-16,-2-4-57 0,10 3 1 0,-1 3-1 16,-4-3 2-16,5-1-2 0,-7 2-67 0,3 3 67 0,-4 0-67 15,-1-6 67-15,-1 5-382 0,-5 2 382 0,2 3-382 16,0 5 382-16,35 15-958 0</inkml:trace>
  <inkml:trace contextRef="#ctx0" brushRef="#br0" timeOffset="15683.08">15078 7393 628 0,'0'0'0'0,"0"0"0"0,0 0 0 0,0 0 182 0,0 0-182 16,0 0 182-16,0 0-182 0,0 0 144 0,0 0-144 0,0 0 144 15,-21-22-144-15,5 10 121 0,-5 0-121 0,5 0 122 16,4 4-122-16,-7-1 84 0,3 2-84 0,-3 0 85 15,-4 2-85-15,2 2 93 0,-1-6-93 0,1 6 94 16,0-1-94-16,0 1 65 0,0 1-65 0,3 2 66 16,4-3-66-16,-3 3 32 0,-8-4-32 0,6 4 33 15,-2 4-33-15,-3-4 35 0,-2 3-35 16,8 0 36-16,4 3-36 0,-7-1 0 0,-5 2 0 0,-4 1 0 16,-8 3 0-16,3 1 3 0,0 0-3 0,5 0 4 15,-1 0-4-15,1 3 0 0,0 2 0 0,1 4 1 16,-4 5-1-16,5-2 6 0,-2 0-6 0,2 3 7 15,0-3-7-15,-2 4 14 0,1-4-14 0,2-4 15 0,-2-1-15 16,2 5 3-16,-2 0-3 0,3-3 4 0,-1 1-4 16,1 2 7-16,2 5-7 0,1 2 7 0,-3 5-7 15,1 0 0-15,3 4 0 0,-5-4 1 0,6 0-1 0,0-2 48 16,-1 2-48-16,1-3 49 0,2 1-49 16,-1 2-6-16,3 0 6 0,-2 4-5 0,-1 2 5 0,-1 3 14 15,-1 0-14-15,2-2 15 0,3-4-15 0,3 1 10 16,-3-1-10-16,1 0 11 0,2-2-11 0,-2 4 9 15,2-2-9-15,2 4 9 0,1 2-9 0,3 1 26 16,1-3-26-16,1-2 26 0,-2 2-26 0,1-3-1 16,2-1 1-16,1 4 0 0,2 2 0 0,-1 3 6 0,-1 0-6 15,3 0 7-15,-3-2-7 0,4-1 1 0,-3 1-1 16,3-5 1-16,3 2-1 0,-3 2 60 0,4 1-60 16,-1 6 61-16,2-4-61 0,4 3 0 0,-4-5 0 15,1-1 0-15,4-4 0 0,-1 2 4 0,1 0-4 0,1 5 5 16,-3-5-5-16,3 5 4 0,1 0-4 0,4-3 4 15,3-2-4-15,2 0 10 0,-3-2-10 0,2-4 11 16,1 0-11-16,2 4-16 0,-2 2 16 0,2-4-15 16,-2 1 15-16,2-1-2 0,-3 1 2 0,7-4-1 15,1-6 1-15,1 3-20 0,-1-4 20 0,5-1-20 16,-3-3 20-16,5 1 1 0,-2-4-1 0,2 4 2 16,2-2-2-16,1 4-8 0,1-1 8 0,-1 1-8 15,1-4 8-15,-1 0 8 0,4-2-8 0,2-1 9 16,-4-3-9-16,7-2-4 0,4-4 4 0,-4-2-3 15,0 1 3-15,-1-6 41 0,1 2-41 0,2-4 41 0,-2 0-41 16,5-1-27-16,1-4 27 0,-4 1-27 0,1-1 27 16,1-1 24-16,0-3-24 0,-3 1 25 0,3-2-25 15,-2 1-2-15,2-10 2 0,-4 4-2 0,0 0 2 0,14-5 37 16,7-5-37-16,-17 3 37 0,-7 2-37 0,-1-2-58 16,-4 1 58-16,5 0-57 0,-1-3 57 0,3 0 41 15,-1-1-41-15,0 2 42 0,-4-5-42 0,1 3-18 16,-2-4 18-16,0 1-18 0,0-1 18 0,4-2-1 15,-2 1 1-15,-2-9 0 0,-2-3 0 0,13-10-6 16,5 1 6-16,-18 9-5 0,-8 8 5 0,2-2-26 16,-3 3 26-16,-3-1-25 0,-1 5 25 0,1-5 0 0,0-7 0 15,-3-3 0-15,2-5 0 0,1 5-38 0,3-6 38 16,-8 8-38-16,-3 1 38 0,5 2 32 0,3-2-32 16,-5 0 32-16,-4 1-32 0,4-5-36 0,-3-4 36 0,-4 2-35 15,-2-1 35-15,0 4 45 0,-3 0-45 0,0 3 46 16,-1 2-46-16,1 0-21 0,3-4 21 0,-7-1-21 15,1 2 21-15,1-8 21 0,-6-4-21 0,1 6 21 16,0 4-21-16,-2 0-9 0,0 0 9 0,-2 1-9 16,0 1 9-16,1-6-1 0,-5-1 1 0,3 1-1 15,-6-3 1-15,1 2-1 0,-1-1 1 0,0 6-1 16,0 2 1-16,-1-3 15 0,-1 3-15 0,-4 5 16 16,1-6-16-16,-2-3-13 0,0-1 13 0,0-1-13 15,-4 2 13-15,-3 4 34 0,2-4-34 0,-4 7 35 16,3 6-35-16,-1-4-39 0,-2 2 39 0,-1-8-38 15,0 1 38-15,2-3 50 0,-4 0-50 0,-2 2 51 16,0 1-51-16,-3 3-47 0,-2-1 47 0,2 7-47 0,0-3 47 16,-4 2 49-16,-3 2-49 0,1 0 49 0,1 0-49 15,38 29-37-15,0 0 37 0,-59-52-37 0,-11-11 37 16,70 63 0-16,0 0 0 0,-77-57 0 0,-5 2 0 16,82 55-41-16,0 0 41 0,-82-50-40 0,-4 4 40 0,86 46 25 15,0 0-25-15,-86-40 26 0,-4 6-26 0,90 34-15 16,0 0 15-16,-88-32-15 0,3 1 15 0,85 31 10 15,0 0-10-15,-86-31 10 0,4 2-10 0,82 29-14 16,0 0 14-16,-84-28-13 0,2 4 13 0,82 24-2 16,0 0 2-16,-84-12-1 0,2 3 1 0,82 9 0 15,0 0 0-15,-81 12 1 0,-1 9-1 0,82-21-35 16,0 0 35-16,-89 31-34 0,-3 8 34 0,92-39-40 0,0 0 40 16,-86 45-40-16,4 7 40 0,82-52-152 0,0 0 152 15,-75 63-152-15,5 9 152 0,70-72-475 0,0 0 475 0,-66 84-474 16,6 11 474-16,-67 83-631 0</inkml:trace>
  <inkml:trace contextRef="#ctx0" brushRef="#br0" timeOffset="16643.75">14472 8766 1267 0,'0'0'0'0,"0"0"0"0,17 14 0 0,-17-14 160 0,9 9-160 15,-9-9 161-15,0 0-161 0,0 0 170 0,-4 10-170 16,1 4 171-16,1 12-171 0,2-2 142 0,2 3-142 0,-2-3 143 16,-2-5-143-16,2 3 97 0,2 2-97 0,0 4 98 15,3 3-98-15,-5-4 42 0,0 2-42 0,2 2 43 16,-2 0-43-16,1 2-1 0,1 3 1 0,2-11-1 16,-4-7 1-16,0 6 54 0,3-2-54 0,-1-2 54 15,-2 1-54-15,0-2-28 0,0 2 28 0,0-6-28 16,3-3 28-16,-3 0 41 0,0 2-41 0,4-4 41 15,-4-3-41-15,0 2-43 0,3-4 43 0,-3-5-42 16,2 8 42-16,-2-8 3 0,-2 11-3 0,2-11 3 16,0 0-3-16,0 0-128 0,0 0 128 0,0 0-128 0,0 0 128 15,0 0-210-15,0 0 210 0,0 0-209 0,0 0 209 16,0 0-392-16,-1-16 392 0,-1 4-392 0,-2-7 392 16,-1-10-658-16</inkml:trace>
  <inkml:trace contextRef="#ctx0" brushRef="#br0" timeOffset="16969.43">14451 8609 987 0,'0'0'0'0,"3"-7"0"0,6-5 0 0,0 0 214 16,-1-7-214-16,-2 10 215 0,-3 4-215 0,2-4 151 0,8 3-151 16,2-15 152-16,4-6-152 0,6-1 96 0,-4-3-96 15,2 11 96-15,-1 2-96 0,5 3 64 0,1 3-64 16,1 2 64-16,6 1-64 0,-9 1 40 0,4 4-40 0,-9 4 40 15,-7 0-40-15,7 4-1 0,-4-1 1 0,-3 6 0 16,-1 3 0-16,1 1 13 0,-2 4-13 0,-3 1 14 16,-6-6-14-16,1 5 34 0,-4 0-34 0,-2 0 34 15,0-1-34-15,-5 1 5 0,-2 2-5 0,-3-1 5 16,-5 3-5-16,-3 3 2 0,-4 0-2 0,10-8 2 16,2-1-2-16,-6 0 0 0,-4 6 0 0,1 6 0 15,-4 6 0-15,2 0 0 0,-3 1 0 0,5-3 0 16,0-2 0-16,0-1-10 0,-1-1 10 0,8-6-10 15,3-3 10-15,-3 3-231 0,-3-4 231 0,1 2-230 16,2 0 230-16,-16 20-1192 0</inkml:trace>
  <inkml:trace contextRef="#ctx0" brushRef="#br0" timeOffset="17699.71">15312 8605 1278 0,'0'0'0'0,"-9"12"0"0,-5 10 0 0,14-22 167 0,0 0-167 0,0 0 168 16,6 2-168-16,-6-2 122 0,0 0-122 0,6 9 122 15,3 6-122-15,-9-15 54 0,0 0-54 0,5 31 55 16,-1 15-55-16,-4-46 46 0,0 0-46 0,0 54 46 16,-2 2-46-16,2-56 72 0,0 0-72 0,-2 62 72 15,-5-2-72-15,7-60 18 0,0 0-18 0,-7 60 19 16,1 0-19-16,6-60 52 0,0 0-52 0,-11 71 52 15,-3 4-52-15,14-75-32 0,0 0 32 0,-9 48-32 16,1-17 32-16,8-31 46 0,0 0-46 0,-7 28 46 16,3-15-46-16,4-13-162 0,0 0 162 0,-5 14-161 15,3-5 161-15,2-9-234 0,0 0 234 0,9-7-233 16,7-10 233-16,-16 17-260 0,0 0 260 0,21-31-259 0,10-14 259 16,-31 45-100-16,0 0 100 0,35-51-99 0,7-10 99 15,-42 61-69-15,0 0 69 0,51-75-68 0,11-16 68 16,-62 91 118-16,0 0-118 0,55-79 119 0,-3-3-119 0,-52 82 194 15,0 0-194-15,42-57 194 0,-11 11-194 16,-31 46 155-16,0 0-155 0,21-28 155 0,-12 16-155 0,-9 12 89 16,0 0-89-16,7-8 89 0,-2 4-89 0,-5 4 56 15,0 0-56-15,0 0 56 0,-8 10-56 0,8-10 45 16,0 0-45-16,-14 13 45 0,-6 7-45 0,20-20 4 16,0 0-4-16,-22 22 4 0,-5 8-4 0,27-30 47 0,0 0-47 15,-24 24 47-15,-2 3-47 0,26-27 2 0,0 0-2 16,-25 24 3-16,3-2-3 0,22-22 1 0,0 0-1 15,-18 23 1-15,1-1-1 0,17-22-4 0,0 0 4 0,-18 19-3 16,6 2 3-16,12-21-1 0,0 0 1 0,-5 20-1 16,-1-3 1-16,6-17 13 0,0 0-13 0,7 23 14 15,9-3-14-15,-16-20 63 0,0 0-63 0,26 22 64 16,9 3-64-16,-35-25 49 0,0 0-49 0,42 25 49 16,5 1-49-16,-47-26 23 0,0 0-23 0,56 29 24 15,9 5-24-15,-65-34 0 0,0 0 0 0,73 38 1 16,10 5-1-16,-83-43-141 0,0 0 141 0,64 38-140 15,-4 3 140-15,65 38-1525 0</inkml:trace>
  <inkml:trace contextRef="#ctx0" brushRef="#br0" timeOffset="33522.18">15599 10982 303 0,'0'0'0'0,"0"0"0"0,5-12 0 0,-5 12 198 15,0 0-198-15,0 0 198 0,0 0-198 0,0 0 70 16,0 9-70-16,0-9 70 0,0 8-70 0,0-1 159 0,0 0-159 16,0-7 160-16,0 9-160 0,0-9 63 0,0 8-63 15,0-8 64-15,0 12-64 0,0-3 63 0,0 1-63 16,0-1 63-16,0-3-63 0,0 6 42 0,-4 0-42 15,1 2 43-15,1 2-43 0,-5 3 79 0,-2-1-79 0,-1 8 80 16,-2 5-80-16,-2-2 12 16,-2 2-12-16,2 3 13 0,-5 2-13 0,-1 7 28 0,0 4-28 0,-5-1 28 15,-1 0-28-15,-2-1 13 0,0 3-13 0,0-5 13 16,-2-2-13-16,1 11 62 0,-3 3-62 0,-5 8 62 16,-5 4-62-16,6-7-1 0,-3-8 1 0,6-11 0 15,10-10 0-15,-3 5 26 0,-2-2-26 0,2 2 26 16,-2-3-26-16,4 6 33 0,1 1-33 0,-1-4 33 15,3-4-33-15,0-1-3 0,-2 0 3 0,2-5-3 16,2 0 3-16,-2-2 1 0,0-2-1 0,5-5 2 16,6-5-2-16,-3 0-1 0,-1 2 1 0,-1 1 0 15,1 8 0-15,-2-10-74 0,2 4 74 0,5-6-73 0,6-8 73 16,3-3-273-16,-6 7 273 0,6-7-272 0,0 0 272 16,0 0-853-16</inkml:trace>
  <inkml:trace contextRef="#ctx0" brushRef="#br0" timeOffset="33979.75">14580 10991 684 0,'0'0'0'0,"-2"8"0"16,0 3 0-16,2-11 93 0,-14 8-93 0,7-4 93 15,-1-1-93-15,-3 6 178 0,-3-3-178 0,-1 8 178 16,-3 5-178-16,-5 5 6 0,-1 0-6 0,-2-2 6 15,-1 2-6-15,-2 4 126 0,-1 1-126 0,0-1 127 16,4-3-127-16,-7 4 127 0,2 1-127 0,-4 6 127 16,-4 7-127-16,1-4 62 0,-1 0-62 0,-1-1 62 15,2 0-62-15,-4-2 89 0,0 0-89 0,2-3 90 0,-4-2-90 16,2 5 47-16,4 0-47 0,1-2 47 0,4 2-47 16,-2 0 0-16,-4 4 0 0,4-8 0 0,0-4 0 15,-1-3 36-15,1 1-36 0,2-4 37 0,5-1-37 16,-2 0-24-16,-3-1 24 0,12-4-23 0,3-6 23 0,-4 4-2 15,-3-4 2-15,11-1-1 0,9-4 1 0,-7 2-165 16,-4-4 165-16,16-3-165 0,0 0 165 0,0 0-1275 16</inkml:trace>
  <inkml:trace contextRef="#ctx0" brushRef="#br0" timeOffset="34449.04">13401 9810 998 0,'0'0'0'0,"-6"8"0"16,-6 6 0-16,12-14 193 0,0 0-193 0,-14 2 194 16,-2-6-194-16,16 4 91 0,0 0-91 0,-22 0 92 0,-8 0-92 15,30 0 98-15,0 0-98 0,-38 4 98 0,-15 6-98 16,53-10 35-16,0 0-35 0,-63 14 36 0,-10 7-36 0,73-21 61 15,0 0-61-15,-108 27 62 0,-22 9-62 0,130-36 72 16,0 0-72-16,-134 40 73 0,-8-1-73 0,142-39 0 16,0 0 0-16,-138 48 0 0,0 7 0 0,138-55 23 15,0 0-23-15,-124 41 24 0,9 2-24 0,115-43 0 16,0 0 0-16,-96 31 0 0,19-5 0 0,77-26-36 16,0 0 36-16,-65 19-36 0,20-11 36 0,45-8-181 15,0 0 181-15,-28 7-181 0,12-4 181 0,-28 8-1182 0</inkml:trace>
  <inkml:trace contextRef="#ctx0" brushRef="#br0" timeOffset="34948.71">11987 8219 315 0,'0'0'0'0,"-12"-3"0"0,-13-8 0 0,25 11 176 16,0 0-176-16,-12-5 176 0,2-4-176 0,10 9 55 16,0 0-55-16,-9-3 55 0,6 0-55 0,3 3-20 15,0 0 20-15,0 0-19 0,-9-4 19 0,9 4 39 16,0 0-39-16,0 0 39 0,0 0-39 0,0 0 142 16,12 2-142-16,-1 0 142 0,1 1-142 0,2 0 71 15,5 3-71-15,-2 1 72 0,6 1-72 0,3 4 60 0,4-3-60 16,3 4 60-16,6 1-60 0,-8 5 22 0,8-2-22 15,-6 5 23-15,2-1-23 0,0 7 10 0,0-4-10 16,0 0 10-16,-1-4-10 0,5 3 26 0,-1-8-26 0,4 2 26 16,-3-1-26-16,-1-1 52 0,6-3-52 0,-4 2 53 15,2-1-53-15,-42-13 40 0,0 0-40 0,51 14 41 16,1-3-41-16,-1 1-13 0,-2 0 13 0,-4-7-12 16,-1 2 12-16,-6-4 3 0,-1 0-3 0,-13-1 3 15,-10 2-3-15,4-4 27 0,-3 0-27 0,5 0 27 16,1 0-27-16,-2 0-7 0,0 0 7 0,-7 0-7 15,-3-4 7-15,12 2-1204 0</inkml:trace>
  <inkml:trace contextRef="#ctx0" brushRef="#br0" timeOffset="35395.74">11825 6515 785 0,'0'0'0'16,"5"13"0"-16,7 12 0 0,-3-17 19 0,0-4-19 0,-1-3 20 16,5 1-20-16,4 3 25 0,4-5-25 0,-2 12 26 15,9 4-26-15,-2-1-50 0,6 6 50 0,1-4-49 16,-2 5 49-16,8-5 63 0,-1 2-63 0,1 0 64 16,-1-2-64-16,4 2 169 0,2 2-169 0,0-1 170 15,-3 3-170-15,8-3 58 0,2 1-58 0,1 1 59 16,-4-1-59-16,1 3 83 0,5 3-83 0,5 7 84 15,8 8-84-15,-5-3 58 0,3 1-58 0,-7-11 59 16,1-4-59-16,-15 0 49 0,-8-10-49 0,5 6 49 16,-8-6-49-16,7 6 0 0,2-1 0 0,-5 3 0 15,1-3 0-15,1-3 0 0,2 6 0 0,-2-3 0 16,-4 1 0-16,-4 5-2 0,-1-2 2 0,-6-4-2 16,-3-8 2-16,25 19-1243 0</inkml:trace>
  <inkml:trace contextRef="#ctx0" brushRef="#br0" timeOffset="35908.06">16152 5367 1076 0,'0'0'0'0,"-7"15"0"16,-5 9 0-16,0-3 123 0,1 3-123 0,4-2 124 16,-1-7-124-16,-5 8 41 0,1 3-41 0,-2 6 42 15,-1 4-42-15,-5 4 70 0,3 6-70 0,-4-1 70 16,-4-6-70-16,-3 1 55 0,-1-1-55 0,-1-1 55 16,-1-4-55-16,1 6 109 0,-5-4-109 0,2 7 110 0,-2-6-110 15,0 6 41-15,0 0-41 0,4-3 42 0,-1-1-42 16,1 0 29-16,-3-1-29 0,3-3 29 0,0 1-29 15,-3-2 17-15,1 4-17 0,-11 10 17 0,-3 10-17 0,18-15 1 16,2-7-1-16,6 0 1 0,0-8-1 0,7 1-15 16,-1-5 15-16,4-2-15 0,3-6 15 0,1 4-254 15,1-3 254-15,1-3-253 0,3-2 253 0,-3 12-1013 16</inkml:trace>
  <inkml:trace contextRef="#ctx0" brushRef="#br0" timeOffset="36335.67">17779 6362 729 0,'0'0'0'0,"0"0"0"0,-37 38 0 16,8-12 265-16,-10-2-265 0,2 0 266 0,2 0-266 15,-10 6 172-15,-6 10-172 0,-1 1 173 0,-4-1-173 16,-9 3 119-16,-8 5-119 0,7-7 120 0,3-2-120 16,-2-4 81-16,-1 1-81 0,3-2 82 0,3 0-82 0,5 9 45 15,-1 3-45-15,1-8 46 0,7 0-46 0,4-12 65 16,5-7-65-16,-4 1 65 0,1 3-65 0,3 1-9 16,-4 0 9-16,6-4-8 0,6 2 8 0,-4-1-4 15,-2-5 4-15,9-1-4 0,7-3 4 0,-5 2-33 16,1 1 33-16,11-5-32 0,2-1 32 0,0 3-154 15,-2 4 154-15,9-8-153 0,-1-3 153 0,-4 11-1275 0</inkml:trace>
  <inkml:trace contextRef="#ctx0" brushRef="#br0" timeOffset="36786.51">16811 8082 1076 0,'0'0'0'0,"14"3"0"0,10 2 0 15,-24-5 51-15,0 0-51 0,30 11 51 0,5-3-51 16,-35-8 81-16,0 0-81 0,37 16 82 0,6-1-82 16,-43-15 22-16,0 0-22 0,49 15 23 0,6 3-23 0,-55-18 2 15,0 0-2-15,55 15 2 0,3 1-2 0,-58-16 36 16,0 0-36-16,63 15 36 0,-2-1-36 0,-61-14 68 16,0 0-68-16,81 19 68 0,9-1-68 0,-90-18 9 15,0 0-9-15,90 23 10 0,0-1-10 0,-90-22 35 16,0 0-35-16,95 28 36 0,1-3-36 0,-96-25-7 15,0 0 7-15,96 35-6 0,0-1 6 0,-96-34 5 0,0 0-5 16,91 33 5-16,-6-1-5 0,-85-32-10 16,0 0 10-16,83 33-10 0,-1-2 10 0,-82-31 22 0,0 0-22 15,75 31 23-15,-7-1-23 0,-68-30 0 0,0 0 0 16,59 30 1-16,-11-3-1 0,53 30-1224 0</inkml:trace>
  <inkml:trace contextRef="#ctx0" brushRef="#br0" timeOffset="37184.64">16477 9820 673 0,'0'0'0'0,"11"10"0"0,8 6 0 0,-19-16 175 16,0 0-175-16,30 21 176 0,10 3-176 0,-40-24 133 15,0 0-133-15,49 27 134 0,14 0-134 0,-63-27 40 16,0 0-40-16,85 42 41 0,20 6-41 0,-105-48 0 15,0 0 0-15,107 49 0 0,8 5 0 16,-115-54 76-16,0 0-76 0,110 46 77 0,0-3-77 0,-110-43 86 16,0 0-86-16,107 45 87 0,1-6-87 0,-108-39 48 0,0 0-48 15,100 36 48-15,-6-2-48 0,-94-34 22 0,0 0-22 16,91 38 22-16,-4 2-22 0,-87-40 2 0,0 0-2 0,82 44 2 16,-5 6-2-16,-77-50 11 0,0 0-11 0,72 43 11 15,-6 5-11-15,-66-48-27 0,0 0 27 0,54 39-27 16,-6-4 27-16,53 42-1291 0</inkml:trace>
  <inkml:trace contextRef="#ctx0" brushRef="#br0" timeOffset="37772.68">16154 10707 572 0,'0'0'0'0,"-2"11"0"15,-3 8 0-15,9-4 226 0,1 2-226 0,4 0 227 16,-1 4-227-16,3-2 229 0,-1 1-229 0,6 8 229 16,1 1-229-16,3 5 149 0,-1 4-149 0,-2-2 149 15,-3 2-149-15,7-2 84 0,-3-3-84 0,3-1 84 16,0-4-84-16,5 3 73 0,0-1-73 0,4-2 74 16,-4-1-74-16,4 6 42 0,1-6-42 0,2 10 42 15,2-5-42-15,-3 1-7 0,1 1 7 0,-3-6-6 16,-2-1 6-16,1 0 60 0,5-3-60 0,-5 2 60 15,-1-2-60-15,2 0 0 0,0 2 0 0,-2 0 0 0,3-1 0 16,-5 0 0-16,-5-1 0 0,0 6 0 0,-2 3 0 16,2 0-13-16,2 3 13 0,-9-12-12 0,-7-9 12 15,3 6-552-15,1-2 552 0,6 12-551 0,3 1 551 0,16 32-672 16</inkml:trace>
  <inkml:trace contextRef="#ctx0" brushRef="#br0" timeOffset="42313.96">17286 10316 617 0,'0'0'0'0,"0"0"0"0,30-14 0 0,-20 11 281 0,-3 0-281 16,-7 3 282-16,-15-4-282 0,4 4 125 0,-1-2-125 15,3 2 126-15,2-1-126 0,7 1 110 0,-8-2-110 0,8 2 110 16,-6-14-110-16,1 6 88 0,3-1-88 0,1-3 89 16,-3 0-89-16,4-5 55 0,0 1-55 15,4-2 56-15,-1-3-56 0,2-3 18 0,4 2-18 0,0 1 19 16,-2-1-19-16,7-1 8 0,-4 1-8 0,8 2 8 15,1-4-8-15,0-2 15 0,6 0-15 0,-3 2 16 16,3 2-16-16,4-4 3 0,6 2-3 0,4-7 3 16,-2-7-3-16,3 1-29 0,3-3 29 0,-1 1-29 15,7 3 29-15,-2 1 28 0,1 3-28 0,18-4 28 16,11-4-28-16,-4 4-35 0,4-3 35 0,-4-4-34 16,-4 0 34-16,7 2 9 0,0-6-9 0,-1 9 9 0,0 4-9 15,2 2 3-15,0 1-3 0,3 1 3 16,0 5-3-16,6-3-14 0,5-1 14 0,0 2-13 0,1-1 13 15,3-4-1-15,4-8 1 0,-3 6-1 0,0-1 1 0,9 5-6 16,-2-1 6-16,0 3-5 0,-3 4 5 0,7 0 1 16,4 4-1-16,-2-3 2 0,-6 6-2 0,5-5 2 15,2 5-2-15,-3-2 2 0,-2 5-2 0,-1-1 0 16,3-6 0-16,-4 9 0 0,2 5 0 0,1-2 0 16,6 1 0-16,-9 1 0 0,-3 4 0 0,7-4 0 15,1 5 0-15,-9 2 0 0,-4 5 0 0,3 2-1 16,-2 2 1-16,-2 1 0 0,-1 2 0 0,-4 2-1 15,0 1 1-15,-4 1-1 0,3-4 1 0,-3 3 0 0,-2-1 0 16,-3 3 0-16,-5 4 0 0,4-1 0 0,-1 2 0 16,-4 2 0-16,-3 2 0 0,1 5-1 0,-6 3 1 15,-1 1 0-15,-6 1 0 0,8 3 1 0,3 1-1 0,-6-4 2 16,-3-5-2-16,-1 5 0 0,-4-2 0 0,0 2 0 16,-9-3 0-16,4 4-7 0,1 1 7 15,-7 9-6-15,-4 1 6 0,-7-12 1 0,-6-6-1 0,2 3 1 16,-2-2-1-16,2-2 3 0,1-1-3 0,-3 3 4 15,-5-4-4-15,3 6 7 0,0-3-7 0,1 3 7 16,-8 3-7-16,0 0 8 0,-2-2-8 0,-8-8 9 16,-2-3-9-16,0 1 50 0,0-6-50 0,-2 0 50 15,-1-6-50-15,-1 3 7 0,3-3-7 0,-6-2 7 16,0-3-7-16,-4 4 13 0,2-6-13 0,2-5 14 16,-5 10-14-16,5-10-8 0,-12 12 8 0,3-9-8 15,0 3 8-15,-3-3-573 0,-4 0 573 0,-3-1-572 16,-2 0 572-16,-19 3-514 0</inkml:trace>
  <inkml:trace contextRef="#ctx0" brushRef="#br0" timeOffset="43576.73">25543 9310 1334 0,'0'0'0'0,"0"0"0"15,9 21 0-15,-7-14 106 0,-1-2-106 0,-1-5 107 0,-1 7-107 16,-1 2 122-16,-1-1-122 0,-4 14 123 0,-4 11-123 16,1 3 49-16,-4 7-49 0,0 5 50 0,-2 4-50 15,-2 2 110-15,1 3-110 0,-2-4 110 0,-2-3-110 0,2-2 30 16,1-3-30-16,2-2 30 0,2-4-30 0,0 1 40 16,-1 4-40-16,6-6 40 0,0-4-40 0,0-3-1 15,2 0 1-15,2-7 0 0,2-12 0 0,-4 5 5 16,0-1-5-16,3-6 6 0,4-5-6 0,0 4 15 15,2 1-15-15,-2-10 15 0,0 0-15 0,0 0 3 16,0 0-3-16,0 0 4 0,0 0-4 0,0 0 43 16,16 0-43-16,-1-12 44 0,3-3-44 0,1-9-13 0,0-9 13 15,4-3-12-15,3-4 12 0,2-1 19 0,4 0-19 16,-1-2 20-16,2 0-20 0,2-5 1 0,7-5-1 16,4-9 1-16,6-6-1 0,-7 6 4 0,-3 9-4 0,-10 18 4 15,-8 15-4-15,-1 1-10 0,-2 2 10 0,-7 8-9 16,-5 2 9-16,3 2-2 0,0 2 2 0,-5-1-2 15,-3 4 2-15,-4 0-6 0,12 4 6 0,-12-4-6 16,7 8 6-16,-5 1-8 0,-1 1 8 0,-4 7-8 16,-4 2 8-16,-4 9 0 0,-4 1 0 0,-1 2 0 15,0-4 0-15,-8-3 0 0,-4 4 0 0,9-11 0 16,3-2 0-16,-12 1 3 0,-5-1-3 0,0-3 3 16,-2 0-3-16,1 0 59 0,1-3-59 0,9-1 59 15,3-3-59-15,-4 2-24 0,3-2 24 0,6 1-23 16,7-3 23-16,-5 0-1 0,-3 3 1 0,10-6-1 15,3 3 1-15,4-3-26 0,-10 3 26 0,10-3-25 16,0 9 25-16,3-4-8 0,4 2 8 0,7 5-8 0,7 0 8 16,5 3 32-16,6-2-32 0,3 0 33 0,3-1-33 0,2 4 0 15,4 3 0-15,0-2 0 0,-2 5 0 0,1 6 0 16,-1-1 0-16,-3-3 0 0,-6-3 0 0,2-1 1 16,3 2-1-16,1-6 2 0,1-1-2 0,-7 3 4 15,-3-6-4-15,-8-4 4 0,-8-1-4 16,4-2-92-16,-1 2 92 0,-1-2-91 0,-9-3 91 0,7 3-312 15,0-3 312-15,-7-1-311 0,-5-1 311 0,7 2-1090 16</inkml:trace>
  <inkml:trace contextRef="#ctx0" brushRef="#br0" timeOffset="44319.03">24670 9788 1009 0,'0'0'0'0,"-2"12"0"0,0 12 0 0,2-24 178 16,0 0-178-16,-2 32 178 0,-1 6-178 0,3-38 184 15,0 0-184-15,-7 55 184 0,-4 14-184 0,11-69 105 16,0 0-105-16,-19 87 105 0,-3 19-105 0,22-106 101 15,0 0-101-15,-27 102 102 0,-4 2-102 16,31-104 62-16,0 0-62 0,-26 93 62 0,-6-5-62 0,32-88 48 16,0 0-48-16,-28 72 49 0,2-14-49 0,26-58 44 0,0 0-44 15,-21 43 44-15,2-10-44 0,19-33 68 0,0 0-68 16,-12 17 68-16,5-12-68 0,7-5-22 0,0 0 22 16,-9 5-22-16,2-5 22 0,7 0 27 0,0 0-27 15,-11-9 27-15,1-3-27 0,10 12 18 0,0 0-18 0,-9-29 18 16,2-12-18-16,7 41 1 0,0 0-1 0,-1-60 1 15,4-19-1-15,-3 79-12 0,0 0 12 0,19-105-12 16,7-25 12-16,-26 130-58 0,0 0 58 0,32-122-58 16,6-8 58-16,-38 130 6 0,0 0-6 0,41-112 6 15,2 9-6-15,-43 103-16 0,0 0 16 0,42-84-15 16,-2 9 15-16,-40 75 0 0,0 0 0 0,27-50 1 16,-7 15-1-16,-20 35-9 0,0 0 9 0,27-13-8 15,1 20 8-15,-28-7-10 0,0 0 10 0,24 20-10 16,-3 20 10-16,-21-40 3 0,0 0-3 0,30 56 4 15,5 21-4-15,-35-77 13 0,0 0-13 0,26 76 14 16,4 8-14-16,-6-10-3 0,-5-5 3 0,-6-23-3 16,-10-17 3-16,-3-29 2 0,0 0-2 0,11 41 2 0,1 9-2 15,-2-9 0-15,-1 2 0 0,-2-3 0 0,0-4 0 16,-2 7 46-16,-1-4-46 0,1-6 47 0,-5-9-47 16,2 3-102-16,-1 1 102 0,-1-8-102 0,0 4 102 15,-1 0-483-15,-1-1 483 0,2-8-482 0,-4-6 482 0,1 15-870 16</inkml:trace>
  <inkml:trace contextRef="#ctx0" brushRef="#br0" timeOffset="44571.64">24526 10445 1659 0,'0'0'0'0,"7"0"0"15,4-2 0-15,-11 2 141 0,7-12-141 0,-4 7 141 16,-1-7-141-16,3 0 95 0,1 0-95 0,1 0 96 16,1 0-96-16,5 0 61 0,1 2-61 0,3-4 62 15,4 0-62-15,3-1-27 0,3 1 27 0,-3-1-27 16,-1-3 27-16,1 1-36 0,2 0 36 0,2-4-35 16,-7 3 35-16,6-3-3 0,-5 6 3 0,1-1-2 15,-4 1 2-15,2 1-119 0,2 0 119 0,-9 4-119 16,-7 3 119-16,3 2-400 0,1 1 400 0,-2 3-400 15,-2 1 400-15,8-2-656 0</inkml:trace>
  <inkml:trace contextRef="#ctx0" brushRef="#br0" timeOffset="44954.13">23611 11576 1289 0,'0'0'0'0,"9"-5"0"0,6-6 0 0,-4 11 146 0,5 6-146 16,5 0 147-16,5 5-147 0,5-4 123 0,6-4-123 15,7 0 124-15,-1 1-124 0,8-4 97 0,3-4-97 0,4 1 98 16,3-4-98-16,25-7 43 0,11-4-43 15,-4-5 44-15,5-2-44 0,0-3 54 0,5-3-54 0,-4 2 54 16,1 2-54-16,1-1 38 0,4-3-38 0,-9 5 38 16,-3 2-38-16,-2 6 80 0,-2-7-80 0,-5 7 80 15,-4 2-80-15,-7 1 21 0,-6 1-21 0,-6 2 21 16,-7 2-21-16,-3 1 25 0,-4 1-25 16,-19 2 26-16,-12 5-26 0,6-4-16 0,1 1 16 0,-13-1-15 15,-8 3 15-15,5 0-52 0,2 2 52 0,-9 0-51 16,9 0 51-16,-9 0-276 0,7-3 276 0,-7 3-275 15,-9-3 275-15,0 1-1269 0</inkml:trace>
  <inkml:trace contextRef="#ctx0" brushRef="#br0" timeOffset="45326.14">23880 11801 1367 0,'0'0'0'0,"19"-9"0"0,14-5 0 0,-17 8 116 15,-2-1-116-15,-2 5 116 0,-3 4-116 0,9 1 120 16,3 1-120-16,10-3 121 0,4 1-121 0,10-4 61 0,8 1-61 16,1-5 62-16,2 1-62 0,7-2 0 0,5 0 0 15,14-5 0-15,12-3 0 0,2 0 19 0,4-3-19 16,-6 5 20-16,-3-4-20 0,4 1 88 0,-1-1-88 15,-5 1 89-15,-3 1-89 0,-3-9 87 0,1-2-87 0,-3 2 87 16,-1-2-87-16,-1 4 44 0,-6 0-44 0,0 3 44 16,-3 4-44-16,-5-3 52 0,-2 3-52 0,0 1 53 15,-4 4-53-15,-3-2 53 0,-2 0-53 0,-12 5 54 16,-9 2-54-16,1 0 59 0,-5 3-59 0,-1-1 59 16,-3-1-59-16,3 4-38 0,0-3 38 0,-14 3-38 15,-11 0 38-15,6 0-1 0,1 0 1 0,-1 0 0 16,-2 1 0-16,0 1-248 0,0 2 248 0,-7-4-248 15,-4 6 248-15,1 3-1527 0</inkml:trace>
  <inkml:trace contextRef="#ctx0" brushRef="#br0" timeOffset="53025.77">16757 4685 998 0,'0'0'0'0,"0"0"0"0,0 0 0 0,0 0 294 15,0 0-294-15,0 0 295 0,0-20-295 0,0 20 163 16,0 0-163-16,0-12 164 0,0 0-164 0,0 12 72 0,0 0-72 15,0-12 73-15,2 3-73 0,-2 9 8 0,0 0-8 16,10-12 9-16,8 0-9 0,-18 12 15 0,0 0-15 16,35-15 15-16,10-1-15 0,-45 16 53 0,0 0-53 0,68-19 54 15,21-1-54-15,-89 20 3 0,0 0-3 0,138-31 4 16,46-10-4-16,-184 41 0 0,0 0 0 0,199-40 1 16,21-3-1-16,-220 43 65 0,0 0-65 0,239-36 65 15,20 0-65-15,-259 36 51 0,0 0-51 0,231-27 51 16,-13 6-51-16,-218 21 61 0,0 0-61 0,180-15 61 15,-28 8-61-15,-152 7 12 0,0 0-12 0,124-2 13 16,-30 4-13-16,-94-2-1 0,0 0 1 0,70 3-1 16,-23 4 1-16,-47-7-124 0,0 0 124 0,35 2-124 15,-17 1 124-15,-18-3-409 0,0 0 409 0,8 4-409 16,-9-1 409-16,9 0-987 0</inkml:trace>
  <inkml:trace contextRef="#ctx0" brushRef="#br0" timeOffset="53365.98">19753 4013 1569 0,'0'0'0'0,"-3"12"0"0,-1 1 0 0,4-13 204 15,0 0-204-15,9 23 205 0,8 4-205 0,-17-27 76 16,0 0-76-16,16 36 77 0,0 7-77 0,-16-43 85 0,0 0-85 15,17 53 85-15,1 7-85 0,-18-60-10 0,0 0 10 16,21 62-9-16,3-2 9 0,-24-60 39 0,0 0-39 16,32 55 40-16,4-4-40 0,-36-51 32 0,0 0-32 15,53 40 33-15,13-4-33 0,-66-36 44 0,0 0-44 16,65 14 44-16,-1-16-44 0,-64 2 47 0,0 0-47 0,53-7 48 16,-11-13-48-16,-42 20 41 0,0 0-41 0,44-47 42 15,-6-16-42-15,-38 63 63 0,0 0-63 0,26-65 64 16,-10-2-64-16,-16 67-1 0,0 0 1 0,9-67-1 15,-9-2 1-15,0 69-33 0,0 0 33 0,-7-74-33 16,-7-1 33-16,14 75-130 0,0 0 130 0,-13-64-130 16,-9 8 130-16,-15-68-1776 0</inkml:trace>
  <inkml:trace contextRef="#ctx0" brushRef="#br0" timeOffset="53706.2">20550 4279 1547 0,'0'0'0'0,"16"20"0"0,10 11 0 0,-26-31 162 15,0 0-162-15,28 33 163 0,9 6-163 0,-37-39 128 16,0 0-128-16,34 36 129 0,-2-5-129 0,-32-31 80 16,0 0-80-16,33 24 81 0,-7-9-81 0,-1-1 6 15,-6-3-6-15,-7-6 6 0,0-5-6 0,-3-4 47 16,2 3-47-16,3-11 48 0,0-7-48 0,0-5 32 15,-2-7-32-15,-2 3 32 0,1-1-32 0,-11 29 49 16,0 0-49-16,14-33 49 0,1-6-49 0,-15 39 87 0,0 0-87 16,14-31 87-16,-1 4-87 0,-13 27 39 0,0 0-39 15,14-21 40-15,-2 9-40 0,-12 12-1 0,0 0 1 0,17-3-1 16,4 9 1-16,-21-6-11 0,0 0 11 0,27 21-10 16,-1 12 10-16,-26-33-19 0,0 0 19 0,26 39-18 15,4 7 18-15,-8-4-125 0,-1-3 125 0,-3-11-124 16,-6-10 124-16,2 0-302 0,-4-3 302 0,4-3-301 15,-1-3 301-15,13 13-1290 0</inkml:trace>
  <inkml:trace contextRef="#ctx0" brushRef="#br0" timeOffset="53893.21">21511 4172 1446 0,'0'0'0'0,"-2"12"0"0,-3 7 0 15,7-5 163-15,1-4-163 0,6 2 163 0,0 3-163 16,-1 3 73-16,6 2-73 0,2 6 74 0,1 3-74 16,-4 2 84-16,-1 5-84 0,-2-12 85 0,-3-8-85 0,0 4-152 15,0-1 152-15,2-2-151 0,2 2 151 0,8 17-1241 16</inkml:trace>
  <inkml:trace contextRef="#ctx0" brushRef="#br0" timeOffset="54051.8">21527 3906 1199 0,'0'0'0'16,"7"43"0"-16,7 26 0 0,-11-35 81 0,-3-13-81 0,-5-37 81 15,-6-27-81-15,-4-13-981 0</inkml:trace>
  <inkml:trace contextRef="#ctx0" brushRef="#br0" timeOffset="54480.65">22346 4073 1199 0,'0'0'0'0,"12"-9"0"15,13-1 0-15,-6-2 260 0,-2-5-260 0,-8 10 260 0,-7 7-260 16,-2 0 200-16,0 0-200 0,2-9 200 0,1-6-200 15,-5-1 118-15,-1-1-118 0,-2 5 118 0,-2 5-118 16,-7-1 48-16,-7 4-48 0,-7 1 48 0,-7 6-48 0,3 1-2 16,1 1 2-16,6 10-1 0,-1 1 1 15,0 2-61-15,0 3 61 0,7-5-60 0,6 1 60 0,3 2-48 16,-2 1 48-16,6-4-47 0,6-4 47 0,2 0 0 16,5 3 0-16,2 1 0 0,1-1 0 0,4-3-15 15,6 2 15-15,-5-4-15 0,-1-1 15 0,4-4 39 16,3-2-39-16,-6 1 40 0,3-1-40 0,5-3 60 15,-4-3-60-15,-5 3 60 0,-5-4-60 0,5 4 84 16,-4-3-84-16,-3 1 84 0,-4 2-84 0,4-3 19 0,2-1-19 16,-9 4 20-16,0 0-20 0,0 0 11 0,0 0-11 15,0 0 11-15,16 16-11 0,-4-1 1 0,-3 2-1 16,0 14 2-16,-2 5-2 0,-2 7 14 0,0 2-14 16,0 1 15-16,-1-1-15 0,1-1-11 0,-1 6 11 0,-1-2-10 15,-1-5 10-15,0 8-79 0,-1 3 79 16,5-3-79-16,-1-5 79 0,0-4-197 0,0-3 197 0,-1-8-196 15,-2-7 196-15,-1 4-381 0,-1-8 381 0,0-4-380 16,-1-8 380-16,-1 16-842 0</inkml:trace>
  <inkml:trace contextRef="#ctx0" brushRef="#br0" timeOffset="55033.2">22870 3930 1491 0,'0'0'0'0,"4"16"0"0,-1 16 0 16,2-1 252-16,-1 2-252 0,-1 3 252 0,-1-2-252 15,0 6 116-15,0-4-116 0,3 3 117 0,0 1-117 0,2 4 103 16,2 1-103-16,0-7 103 0,-4-6-103 0,4-1 0 16,1 2 0-16,-5-15 1 0,-3-12-1 15,1 6 24-15,3-5-24 0,1 1 25 0,1 1-25 0,3-2 60 16,-1-6-60-16,-3 1 60 0,-5 0-60 0,5-4 52 15,0-1-52-15,5-13 53 0,1-11-53 0,-1-3 4 16,0-4-4-16,0 2 4 0,4-8-4 0,-6 6 60 16,3-2-60-16,-3 8 61 0,-1 8-61 0,1-1-45 0,-1-1 45 15,-4 13-44-15,-1 4 44 0,-4 5-51 0,10-7 51 16,-10 7-50-16,0 0 50 0,0 0-1 0,9 7 1 16,-2 2 0-16,4 3 0 0,-1 5-9 0,2 5 9 15,1-1-8-15,-1 6 8 0,2 1-45 0,-6 1 45 0,5-3-44 16,-3-9 44-16,6 3 37 0,1-1-37 0,-1 0 38 15,0-7-38-15,3 0 49 0,0-3-49 0,-3-3 50 16,-4-6-50-16,11 0 2 0,0-3-2 0,1-4 2 16,1-5-2-16,-1-5 36 0,0-2-36 0,-1-1 37 15,-4-4-37-15,1-1 10 0,-3 0-10 0,1-1 11 16,-3-5-11-16,-1-1 35 0,2-3-35 0,-6 11 36 16,-1 4-36-16,0-4 12 0,0-4-12 0,-2 13 12 15,-7-1-12-15,1-1 19 0,-1 2-19 0,0 15 20 16,0 0-20-16,0 0-34 0,-10 3 34 0,1-1-33 15,-1 5 33-15,-3-2 3 0,0 5-3 0,4 5 3 0,0 3-3 16,7 1-26-16,2 5 26 0,4-7-26 0,3 2 26 16,5-2 15-16,7 5-15 0,7-1 16 0,8-1-16 15,8-1-5-15,5 0 5 0,3-2-4 0,6-7 4 16,-56-10-60-16,0 0 60 0,89 11-60 0,21-4 60 0,-110-7-208 16,0 0 208-16,109 0-208 0,3-9 208 0,108-1-1628 15</inkml:trace>
  <inkml:trace contextRef="#ctx0" brushRef="#br0" timeOffset="56607.38">13600 6335 841 0,'0'0'0'0,"-19"0"0"16,-18 0 0-16,26 0 98 0,11 0-98 0,9 0 99 0,14 0-99 15,-6 1 170-15,-1-1-170 0,-5 2 170 0,-4-2-170 16,-7 0 171-16,8 0-171 0,-8 0 171 0,0 0-171 16,0 0 109-16,-8-2-109 0,-1 1 110 0,-9-3-110 0,1-3 50 15,-4 2-50-15,3-2 51 0,1 6-51 0,-4-3 21 16,-5-3-21-16,5 2 21 0,-5-4-21 0,-4 3 80 15,-2-3-80-15,3 0 80 0,-6 3-80 0,-2-3 66 16,-3-3-66-16,-4 2 67 0,-1-2-67 0,-2-4 0 16,-2 4 0-16,-2-1 0 0,-1-3 0 0,1 1 39 15,-1-1-39-15,1 2 39 0,-2-1-39 0,-2 1 1 0,-7 1-1 16,-6-6 2-16,-14-2-2 0,5 6 3 16,-1-3-3-16,3 5 3 0,5-1-3 0,-7 2 2 0,2 0-2 15,0 0 3-15,-4 2-3 0,-1 1 4 0,-3 0-4 0,0 3 5 16,-1-3-5-16,0 2-2 0,-5 2 2 0,1-5-2 15,-2 1 2-15,0 1 0 0,1 4 0 0,-3 1 0 16,-6-2 0-16,0 5 69 0,2-4-69 0,-7 4 70 16,0 0-70-16,-4 4-2 0,2-1 2 0,-3-1-1 15,1 1 1-15,-1 4 23 0,2-2-23 0,-3 2 24 16,-3 2-24-16,4 3 0 0,2-4 0 0,-6 4 0 16,-5 0 0-16,8 4 25 0,11-1-25 0,9 4 26 15,11 2-26-15,-22-3-41 0,-15 6 41 0,3 1-41 16,-3 4 41-16,6 7 37 0,1 7-37 0,8-4 38 15,6-3-38-15,-5 0-5 0,-5-1 5 0,7-3-5 16,1-1 5-16,1 5 6 0,4 0-6 0,6 4 6 16,3 2-6-16,-4 7-30 0,4 2 30 0,2-10-30 15,1 2 30-15,-3-7 36 0,-4-2-36 0,13 3 36 0,5-5-36 16,-6 4-26-16,-3 2 26 0,13 0-26 0,3-2 26 16,1 3 38-16,4 4-38 0,7-12 38 0,7-5-38 15,4-4 5-15,7-10-5 0,6 0 6 0,2-7-6 0,-1 6 5 16,-2-3-5-16,12-4 6 0,5-1-6 0,-3 2-33 15,-4-1 33-15,6-1-33 0,1 2 33 0,-3-5-43 16,-1 4 43-16,13-4-42 0,0 0 42 0,0 0-434 16,0 0 434-16,0 0-434 0,0 0 434 0,0 0-1137 15</inkml:trace>
  <inkml:trace contextRef="#ctx0" brushRef="#br0" timeOffset="57351.81">2069 7232 1334 0,'0'0'0'0,"0"0"0"16,0 0 0-16,0 0 140 0,0 0-140 0,10 22 140 15,4 20-140-15,0 2 107 0,4 15-107 0,2-8 108 16,1-3-108-16,-21-48 83 0,0 0-83 0,34 58 83 15,6 6-83-15,4 8 13 0,6 7-13 0,-3-14 14 16,-6 0-14-16,0-11 22 0,-2-11-22 0,-13-16 23 16,-8-15-23-16,8 5 56 0,3-7-56 0,6 3 56 0,7-8-56 15,-10-2 68-15,1-3-68 0,-3 0 68 16,-8 0-68-16,3-7 92 0,-2-1-92 0,1-6 92 0,-5-3-92 16,2-6 60-16,-5-2-60 0,1-4 60 0,-3-11-60 15,-1 4 44-15,-5-2-44 0,-2 2 44 0,1-3-44 16,-2-2 7-16,-2 1-7 0,-3-8 7 0,0-7-7 0,-3-2-160 15,-2-1 160-15,1 1-160 0,-1 3 160 0,-2 6-249 16,2-1 249-16,-1 15-248 0,-1 7 248 0,-1-33-1306 16</inkml:trace>
  <inkml:trace contextRef="#ctx0" brushRef="#br0" timeOffset="57680.95">3070 7496 1233 0,'0'0'0'15,"17"18"0"-15,18 11 0 0,-5-3 224 0,5 3-224 16,-6-5 225-16,-2-2-225 0,-1-1 115 0,-2-1-115 0,-1-1 115 16,-5-7-115-16,3 4 80 0,-4-4-80 0,-8-6 81 15,-2 0-81-15,-2-3 29 0,-2-1-29 0,-3-2 29 16,9 1-29-16,-9-1 76 0,9-3-76 0,0-4 76 16,-4-1-76-16,4-8 18 0,-1-4-18 0,-1-5 18 15,-1-2-18-15,2-12 27 0,-4-8-27 0,1 3 27 16,0-4-27-16,-1-1-5 0,-1 1 5 0,3 18-4 15,-3 11 4-15,1 2 141 0,1 1-141 0,-2 1 141 16,3 6-141-16,-1-1 1 0,7 5-1 0,-3 1 2 16,3 8-2-16,5 4 22 0,1 8-22 0,5 4 23 15,1 6-23-15,-1 10 0 0,1 5 0 0,-6-1 0 16,3-1 0-16,0-5-57 0,1 2 57 0,-1-8-57 0,0-4 57 16,2 0-439-16,-2-7 439 0,-4-1-439 0,-4-4 439 15,18 15-1107-15</inkml:trace>
  <inkml:trace contextRef="#ctx0" brushRef="#br0" timeOffset="57843.27">3935 7390 1950 0,'0'0'0'0,"17"14"0"0,9 11 0 0,4 1 234 0,5 9-234 15,-4-11 234-15,3-4-234 0,-8 2-33 0,-2-6 33 16,-1-2-33-16,-6-7 33 0,22 17-1696 0</inkml:trace>
  <inkml:trace contextRef="#ctx0" brushRef="#br0" timeOffset="58022.84">3693 6819 1278 0,'0'0'0'0,"9"8"0"16,5 8 0-16,-14-8-303 0,-9-1 303 0,9-7-303 0,0 9 303 16,0-1-369-16</inkml:trace>
  <inkml:trace contextRef="#ctx0" brushRef="#br0" timeOffset="58405.94">4448 6942 1491 0,'0'0'0'0,"-9"-5"0"0,-11-2 0 0,20 0 201 16,8-1-201-16,-8 8 202 0,-5-7-202 0,5 7 78 15,0 0-78-15,0 0 78 0,0 0-78 0,0 0 0 16,0 0 0-16,-5 3 0 0,-7 4 0 0,-6 2-46 0,-8 6 46 15,8 4-45-15,-3 7 45 0,4-1-68 0,-1 5 68 16,10-6-67-16,1-4 67 0,2 3 0 0,1-3 0 16,8-1 0-16,-1-7 0 0,6 3-6 0,-1 1 6 0,1-4-6 15,0-3 6-15,5-1 45 0,2 1-45 0,-2-2 46 16,0-7-46-16,7 0 10 0,-4-4-10 0,4 1 10 16,0-2-10-16,5-6 50 0,4 1-50 0,-9 3 51 15,-7 0-51-15,9-1 85 0,1-4-85 0,-7 3 85 16,1 2-85-16,3-1 110 0,-4-4-110 0,-4 5 111 15,-12 7-111-15,10 0 93 0,-2 3-93 0,8 7 94 16,6 8-94-16,-8 6 20 0,-1 8-20 0,-1 6 20 16,-3 0-20-16,-1 12 19 0,1 4-19 0,-1 0 20 15,-4-3-20-15,4 1-26 0,0-1 26 0,-4-8-25 16,2-10 25-16,2 6-308 0,-4 1 308 0,2 4-308 16,2 3 308-16,5 43-1374 0</inkml:trace>
  <inkml:trace contextRef="#ctx0" brushRef="#br0" timeOffset="59034.71">5084 6794 1614 0,'0'0'0'0,"0"9"0"0,5 3 0 0,-5-12 175 16,0 0-175-16,4 12 176 0,5 4-176 0,-9-16 73 15,0 0-73-15,8 27 73 0,6 9-73 0,-14-36 70 0,0 0-70 16,13 41 71-16,-5 9-71 0,-8-50-1 0,0 0 1 16,7 45-1-16,-1-1 1 0,-6-44 1 0,0 0-1 15,3 35 1-15,-1-6-1 0,-2-29 18 0,0 0-18 0,3 22 19 16,-3-5-19-16,0-17 33 0,0 0-33 0,4 14 33 16,-4-5-33-16,0-9 29 0,0 0-29 0,0 0 29 15,2 8-29-15,-2-8 44 0,0 0-44 0,7-8 45 16,3-13-45-16,-10 21 4 0,0 0-4 0,12-26 5 15,-3-6-5-15,-9 32-1 0,0 0 1 0,9-35 0 16,3-2 0-16,-12 37-13 0,0 0 13 0,12-28-13 16,-3 4 13-16,-9 24 6 0,0 0-6 0,10-15 7 15,6 11-7-15,-16 4-10 0,0 0 10 0,18 7-9 16,8 14 9-16,-26-21 0 0,0 0 0 0,24 20 0 16,4 3 0-16,-28-23 0 0,0 0 0 0,30 20 0 15,0-3 0-15,-30-17 33 0,0 0-33 0,33 11 34 0,2-8-34 16,-35-3-104-16,0 0 104 0,35-7-104 0,7-8 104 15,-42 15-29-15,0 0 29 0,40-24-29 0,-2-7 29 16,-38 31-10-16,0 0 10 0,39-29-9 0,1-7 9 0,-40 36 14 16,0 0-14-16,37-40 15 0,-2-5-15 0,-35 45 7 15,0 0-7-15,31-63 7 0,2-19-7 0,-33 82 5 16,0 0-5-16,18-79 6 0,-10-5-6 0,-8 84 38 16,0 0-38-16,0-55 39 0,-8 19-39 0,8 36-4 15,0 0 4-15,-23-24-3 0,-7 15 3 0,30 9-52 16,0 0 52-16,-35 10-51 0,-7 18 51 0,42-28 1 0,0 0-1 15,-38 51 2-15,-9 23-2 0,47-74 17 0,0 0-17 16,-23 67 17-16,11 2-17 0,12-69-4 0,0 0 4 16,3 48-4-16,15-9 4 0,-18-39 0 0,0 0 0 15,26 34 1-15,12-4-1 0,-38-30-70 0,0 0 70 0,58 24-69 16,22-4 69-16,-80-20-380 0,0 0 380 0,69 14-379 16,0-5 379-16,69 9-905 0</inkml:trace>
  <inkml:trace contextRef="#ctx0" brushRef="#br0" timeOffset="59423.7">3601 8303 1692 0,'0'0'0'0,"16"0"0"0,10 3 0 0,-5 6 184 15,0 3-184-15,-2 7 184 0,2 10-184 0,0 2 168 0,0-2-168 16,-4 6 168-16,1-6-168 0,-18-29 81 0,0 0-81 16,23 43 82-16,4 3-82 0,-4-1 49 0,-2-6-49 15,0 1 50-15,2-1-50 0,-6-3-1 0,4-3 1 16,-7-9 0-16,-2-5 0 0,1-2-409 0,-5-2 409 0,-2-3-408 16,-3-3 408-16,9 13-1218 0</inkml:trace>
  <inkml:trace contextRef="#ctx0" brushRef="#br0" timeOffset="59630.75">3246 8869 1894 0,'0'0'0'0,"23"-15"0"15,19-13 0-15,15-2 216 0,20-12-216 0,0 8 217 0,9-2-217 16,-1 9 140-16,-2-4-140 0,2 3 140 0,-3 2-140 15,0 2 86-15,1 6-86 0,-7-3 86 0,-6 2-86 16,-2-8-145-16,-3-3 145 0,-9 8-145 0,-4 2 145 16,-13 4-192-16,-9 4 192 0,-13 7-192 0,-13 3 192 0,18-3-1471 15</inkml:trace>
  <inkml:trace contextRef="#ctx0" brushRef="#br0" timeOffset="59979.54">3019 9822 1961 0,'0'0'0'0,"0"0"0"16,16 5 0-16,-7 0 235 0,5 5-235 0,6 4 235 16,7 9-235-16,-1 1 119 0,-2 3-119 0,3 0 120 15,2 3-120-15,-6 4 50 0,3 7-50 0,-5-5 51 16,2 0-51-16,1-1-8 0,-3-3 8 0,-3-4-7 0,-4-4 7 15,7 0-160-15,0-2 160 0,-7-3-160 0,-2-7 160 16,0 5-398-16,-1 0 398 0,-4-6-398 0,-6-8 398 16,8 11-1071-16</inkml:trace>
  <inkml:trace contextRef="#ctx0" brushRef="#br0" timeOffset="60277.95">2437 9863 1972 0,'0'0'0'0,"9"-5"0"16,8 2 0-16,1-6 158 0,3-1-158 0,0 1 158 15,2 4-158-15,6-7 131 0,1-2-131 0,8-1 132 16,1-1-132-16,1-4 68 0,2-6-68 0,2 2 68 15,3-2-68-15,0 2-10 0,2-2 10 0,5 4-10 16,2-2 10-16,0 2-50 0,-4-2 50 0,-1 1-49 16,-2 5 49-16,-2-1-100 0,-3 1 100 0,-8 6-100 15,-4 6 100-15,1-3-150 0,-1 2 150 0,-11 4-149 16,-9 3 149-16,19-2-1455 0</inkml:trace>
  <inkml:trace contextRef="#ctx0" brushRef="#br0" timeOffset="60454.48">2984 10725 1950 0,'0'0'0'0,"18"-6"0"0,11-2 0 0,6-8 239 15,7-6-239-15,2-2 240 0,7-8-240 0,-3-1 108 16,0-1-108-16,2-1 109 0,-1 6-109 0,14-7-310 15,7-3 310-15,-11-1-310 0,-6 1 310 0,62-37-1382 16</inkml:trace>
  <inkml:trace contextRef="#ctx0" brushRef="#br0" timeOffset="60789.2">3875 9817 2028 0,'0'0'0'0,"23"10"0"16,19 2 0-16,1 4 265 0,8 2-265 0,-2 1 265 16,5 0-265-16,-5 3 162 0,2 2-162 0,5 9 163 15,8 0-163-15,-22 1 63 0,-10-1-63 0,-3-1 63 16,-2 3-63-16,-10-8-60 0,-1 2 60 0,-6-6-59 16,-3-11 59-16,-5 5-60 0,-4 2 60 0,-1-2-59 15,-2 2 59-15,-11-2 36 0,-5 2-36 0,7-7 37 16,0-4-37-16,-11 3-1 0,-1-6 1 0,5-2 0 15,4-3 0-15,-9-2 23 0,-1-3-23 0,6-3 24 0,4-1-24 16,0-6 18-16,-4-4-18 0,7-5 19 0,1-9-19 16,5-8 9-16,-1-7-9 0,5 2 10 0,4-9-10 15,4 1-71-15,5 1 71 0,-1 2-71 0,10-1 71 0,-1 1-101 16,-1 1 101-16,7 4-100 0,-2 4 100 0,1 5-232 16,3 1 232-16,-2 6-231 0,1 5 231 0,25-28-1488 15</inkml:trace>
  <inkml:trace contextRef="#ctx0" brushRef="#br0" timeOffset="61703.93">4787 9551 1110 0,'0'0'0'0,"12"13"0"0,6 8 0 0,5 0 289 15,3 1-289-15,0 2 290 0,2 2-290 0,-28-26 201 0,0 0-201 16,31 31 202-16,8 5-202 0,-39-36 59 0,0 0-59 16,35 34 60-16,0 2-60 0,-35-36 37 0,0 0-37 0,29 29 38 15,-8-1-38-15,-21-28 17 0,0 0-17 0,13 25 17 16,-8-2-17-16,-5-23 0 0,0 0 0 0,-5 19 0 15,-8-2 0-15,13-17 45 0,0 0-45 0,-14 10 46 16,-5-5-46-16,19-5 43 0,0 0-43 0,-19-5 43 16,-2-14-43-16,21 19 74 0,0 0-74 0,-12-26 75 15,3-10-75-15,9 36 32 0,0 0-32 0,5-46 33 16,11-14-33-16,-16 60 0 0,0 0 0 0,26-60 0 16,13 2 0-16,-39 58 1 0,0 0-1 0,56-64 1 15,12-5-1-15,-68 69 0 0,0 0 0 0,70-49 0 16,3 7 0-16,-73 42 0 0,0 0 0 0,61-30 0 15,2 7 0-15,-63 23-1 0,0 0 1 0,38-13 0 16,-15 9 0-16,-23 4-1 0,0 0 1 0,21-7 0 0,-9 6 0 16,-12 1 58-16,0 0-58 0,11-4 58 0,-4-1-58 15,-7 5-7-15,0 0 7 0,0 0-7 0,0-7 7 16,0 7-9-16,0 0 9 0,-7-9-8 0,-2 3 8 16,9 6-8-16,0 0 8 0,-14-7-7 0,-7-4 7 0,21 11-5 15,0 0 5-15,-17-3-5 0,-6 0 5 0,23 3 1 16,0 0-1-16,-24 6 2 0,-3 6-2 0,27-12-19 15,0 0 19-15,-21 16-18 0,7 6 18 0,14-22 16 16,0 0-16-16,-8 29 17 0,9 7-17 0,-1-36-17 16,0 0 17-16,9 36-17 0,10 2 17 0,-19-38 8 15,0 0-8-15,28 38 9 0,11 0-9 0,-39-38 16 0,0 0-16 16,50 29 17-16,6-5-17 0,-56-24 22 0,0 0-22 16,79 9 23-16,21-16-23 0,-100 7 16 0,0 0-16 15,92-16 17-15,2-10-17 0,-94 26 34 0,0 0-34 16,88-34 35-16,-8-7-35 0,-80 41 1 0,0 0-1 0,70-43 2 15,-11-3-2-15,-59 46 22 0,0 0-22 0,44-64 23 16,-14-11-23-16,-30 75 7 0,0 0-7 0,14-65 7 16,-14-8-7-16,0 73 25 0,0 0-25 0,-12-49 26 15,-15 9-26-15,27 40-12 0,0 0 12 0,-29-17-12 16,-6 17 12-16,35 0-1 0,0 0 1 0,-44 15-1 16,-3 18 1-16,47-33-15 0,0 0 15 0,-47 64-15 15,-4 16 15-15,51-80-17 0,0 0 17 0,-31 76-16 16,10-2 16-16,21-74-1 0,0 0 1 0,3 60-1 15,18-12 1-15,-21-48-4 0,0 0 4 0,26 27-4 16,9-15 4-16,-35-12-3 0,0 0 3 0,47 4-2 0,6-16 2 16,-53 12-17-16,0 0 17 0,61-28-17 0,11-13 17 15,-72 41-44-15,0 0 44 0,52-55-44 0,-8-22 44 16,-44 77-8-16,0 0 8 0,28-76-7 0,-18-4 7 0,-10 80-13 16,0 0 13-16,0-83-13 0,-14 3 13 15,-2 4 3-15,-3 2-3 0,-2 11 4 0,-3 6-4 0,24 57-2 16,0 0 2-16,-28-63-1 0,-5-1 1 0,10 21 1 15,11 14-1-15,3 14 1 0,9 11-1 0,0 4 16 16,0 0-16-16,0 0 17 0,-5-8-17 0,5 8-10 16,5-11 10-16,-5 11-9 0,12 14 9 0,-12-14 1 15,0 0-1-15,18 24 1 0,13 15-1 0,2 3-4 16,-1 6 4-16,1 2-3 0,-3 1 3 0,-2-1 4 0,0 0-4 16,-2-8 4-16,-3 3-4 0,1-5-112 0,-5-4 112 15,6-2-112-15,-4-1 112 0,-2 3-243 0,-3-4 243 16,-2 4-243-16,-2 2 243 0,0-5-304 0,-3-9 304 0,-4-7-303 15,-2-7 303-15,6 18-978 0</inkml:trace>
  <inkml:trace contextRef="#ctx0" brushRef="#br0" timeOffset="62051.55">6819 9118 651 0,'0'0'0'0,"-3"-24"0"16,1-17 0-16,2 2 279 0,0-6-279 0,2 2 280 16,1-5-280-16,-3 9 289 0,4 6-289 0,-4 14 289 15,0 7-289-15,1 2 179 0,3 5-179 0,-4 5 179 16,5 0-179-16,2 0 124 0,2 5-124 0,0 14 124 15,3 5-124-15,-3 3 56 0,4 6-56 0,-4-6 57 16,3-3-57-16,-1 2-3 0,1-2 3 0,4 0-3 16,3 0 3-16,-3-3 33 0,5-3-33 0,-7-4 34 15,-5-4-34-15,6-1 1 0,-1-2-1 0,0 2 1 0,2-4-1 16,1-2 11-16,4 1-11 0,-7-4 11 0,-5 0-11 16,7-4 80-16,-2-3-80 0,-2 2 81 0,-3-2-81 0,-1-3-35 15,3-6 35-15,-1 1-34 0,-4-4 34 0,-1-1 50 16,2-3-50-16,-7-2 50 0,0-6-50 0,0 1-20 15,0 0 20-15,0 6-19 0,0 3 19 0,0 5 11 16,5 4-11-16,-5 6 11 0,0 0-11 0,0 6-1 16,0 0 1-16,4 11 0 0,-4 6 0 0,5 4 44 15,4 3-44-15,-6-6 45 0,2 0-45 0,4 0-34 16,0 3 34-16,3-4-34 0,0 2 34 0,6-3 18 0,3-3-18 16,-7 1 19-16,-2-5-19 0,5-3-333 0,4 0 333 15,-3-3-332-15,3-1 332 0,19 5-1477 0</inkml:trace>
  <inkml:trace contextRef="#ctx0" brushRef="#br0" timeOffset="62197.16">7577 8787 1771 0,'0'0'0'0,"0"12"0"16,0 12 0-16,-1-12-200 0,-3-5 200 0,-5 2-200 15,-3-1 200-15,-11 9-919 0</inkml:trace>
  <inkml:trace contextRef="#ctx0" brushRef="#br0" timeOffset="62661.08">2402 11588 1681 0,'74'-31'0'0,"-1"-5"211"0,14-5-211 0,-1 3 211 16,8-1-211-16,4-1 83 0,14-5-83 15,10-1 84-15,20-2-84 0,-1-14 116 0,1-3-116 0,10 2 116 16,2-4-116-16,6 1-26 0,6-1 26 0,-1 2-26 16,-1 0 26-16,7-5 34 0,-1-4-34 0,-3 9 34 15,4 3-34-15,-12 4 74 0,-3 1-74 0,-9 2 75 16,-9 2-75-16,-2 0 95 0,-7-6-95 0,-3 11 96 15,-11 4-96-15,2 7 68 0,-1 3-68 0,-13 5 69 16,-11 2-69-16,1-1 5 0,-6 4-5 0,-6 0 5 16,-6 2-5-16,-12 5 33 0,-11-2-33 0,-10 2 34 15,-14 1-34-15,-3 4 0 0,-8-3 0 0,-17 15 0 0,0 0 0 16,0 0-180-16,0 0 180 0,-14-2-179 0,-14-2 179 16,-9 6-318-16,-10 2 318 0,-3 2-318 0,-10 3 318 0,-52 6-1419 15</inkml:trace>
  <inkml:trace contextRef="#ctx0" brushRef="#br0" timeOffset="62986.09">2652 11559 1031 0,'0'0'0'15,"14"-11"0"-15,7-4 0 0,9-7 248 0,8-8-248 0,9 0 248 16,2-3-248-16,14-1 205 0,16-4-205 0,19-5 206 16,22-8-206-16,1-4 139 0,8 0-139 0,-8-5 139 15,-1-6-139-15,11 8 89 0,6-5-89 0,-3 6 90 16,2 5-90-16,-1-3 83 0,1-5-83 0,-1 2 83 16,-3-2-83-16,-6 9 40 0,-2 2-40 0,-7 7 41 15,-8 6-41-15,-3 1 22 0,-11 8-22 0,-5 1 22 16,-7 2-22-16,-3 5 35 0,-7 0-35 0,-8 2 36 15,-13 2-36-15,-4 6-13 0,-10 6 13 0,-17-1-13 16,-12 2 13-16,5 2-217 0,3 0 217 0,-5 2-216 16,-3 2 216-16,12 1-1610 0</inkml:trace>
  <inkml:trace contextRef="#ctx0" brushRef="#br0" timeOffset="64859.81">14334 9846 393 0,'0'0'0'0,"0"0"0"0,0 0 0 16,0 0 140-16,0 0-140 0,0 0 140 0,0 0-140 15,0 0 4-15,0 0-4 0,0 0 4 0,0 0-4 16,0 0 32-16,-20 24-32 0,12-14 33 0,-3 1-33 0,4-3 244 16,2-1-244-16,5-7 245 0,-9 12-245 0,9-12 128 15,-3 9-128-15,3-9 129 0,0 0-129 0,0 0 158 16,0 0-158-16,0 0 158 0,12 0-158 0,-3 0 101 16,3-4-101-16,2 1 102 0,2-2-102 0,1-4 21 15,4 2-21-15,-4 2 21 0,-6 2-21 0,5-1 80 16,-2 1-80-16,-9 1 81 0,-3 0-81 0,-2 2 22 15,8-5-22-15,-8 5 23 0,0 0-23 0,0 0 66 0,0 0-66 16,0 0 66-16,0 0-66 0,0 0 8 0,6-7-8 16,-6 7 9-16,0-10-9 0,0 10 3 0,-9-12-3 0,9 12 4 15,0-7-4-15,0 7 32 0,0 0-32 0,-9-3 32 16,-8-6-32-16,-1 4 0 0,-6 1 0 0,6 1 0 16,4-2 0-16,-1 3 24 0,-3 2-24 0,-5 2 25 15,-5 3-25-15,2-3-5 0,0 1 5 0,5 4-5 16,2-4 5-16,-2 3 0 0,-5 0 0 0,-4 0 1 15,-10 1-1-15,0 1 0 0,-1 1 0 0,-1 3 1 16,2 0-1-16,-5 1-2 0,-1 5 2 0,3-3-2 16,-3-3 2-16,-4 5 0 0,-6 2 0 0,0-3 1 15,2 2-1-15,-14 15-11 0,-15 3 11 0,10 4-10 16,-4-1 10-16,-3-3 22 0,1 0-22 0,-1-7 23 16,5-3-23-16,1 7-17 0,-6-1 17 0,-2 3-16 0,0-6 16 15,0 14 27-15,0 6-27 0,-8-1 27 0,0 4-27 16,0-4-6-16,-2-5 6 0,-1 2-5 0,6-3 5 15,-7 3-14-15,-1 3 14 0,4 9-13 0,0 5 13 16,-6-4-3-16,-3 0 3 0,9-3-3 0,-3 0 3 0,3-2-1 16,0 9 1-16,-3 2-1 0,-6 4 1 0,2-6-7 15,2 0 7-15,2-4-6 0,1 0 6 0,1 15-14 16,3 7 14-16,-2-9-13 0,0-10 13 0,-3 8 4 16,-1-5-4-16,6 6 4 0,5 2-4 0,-10 0 0 15,-6-3 0-15,3-2 1 0,2-6-1 0,1 10 8 16,-1-1-8-16,3 2 8 0,-2-3-8 0,8 0 1 0,7-4-1 15,-1-3 1-15,-2-8-1 0,8 12 44 0,6-1-44 16,4-7 44-16,-1-8-44 0,4 0 29 0,1-4-29 16,8-3 29-16,5-10-29 0,0 1 39 0,0 2-39 0,8-3 40 15,4-4-40-15,9-4-39 0,8 0 39 0,6-12-38 16,5-4 38-16,-1 3 34 0,-3-2-34 0,4-1 35 16,2-2-35-16,0 1-20 0,-4 1 20 0,9-9-19 15,0 0 19-15,0 0-49 0,0 0 49 0,0 0-48 16,0 0 48-16,0 0-72 0,0 0 72 0,0 0-71 15,9 1 71-15,-1-1-234 0,1 0 234 0,5-3-233 16,-2-4 233-16,14-3-1363 0</inkml:trace>
  <inkml:trace contextRef="#ctx0" brushRef="#br0" timeOffset="65969.14">3082 14291 1692 0,'0'0'0'0,"0"0"0"0,0 0 0 0,0 0 122 16,0 0-122-16,0 0 123 0,0 0-123 0,0 0 65 15,31 24-65-15,-4-7 65 0,2 7-65 0,5 2 92 16,-3 1-92-16,-1 6 93 0,1 3-93 0,2-5-7 15,2 1 7-15,-2-1-7 0,2-3 7 0,4-4 0 16,-4-4 0-16,3-4 1 0,1 1-1 0,-1-5 52 16,-6-3-52-16,-6-2 52 0,-9-4-52 0,4-1 60 0,0-2-60 15,0-2 60-15,-2-1-60 0,2-4 102 0,0-4-102 16,-3 1 102-16,-1-2-102 0,-1-3 45 0,-2-6-45 0,-2-8 46 16,2-5-46-16,-7 1 52 0,-2 2-52 0,1 2 53 15,-3 3-53-15,-3-3 0 0,-5 0 0 0,-2-2 0 16,-2-2 0-16,-5-3-38 0,-2-3 38 0,-1-2-37 15,-1-2 37-15,1 1-272 0,0 0 272 0,3 9-272 16,1 5 272-16,-13-30-1555 0</inkml:trace>
  <inkml:trace contextRef="#ctx0" brushRef="#br0" timeOffset="66296.34">4237 14224 1188 0,'0'0'0'0,"17"12"0"16,13 2 0-16,0-1 298 0,5 3-298 0,-6-4 298 0,6 0-298 16,-5 0 140-16,5-2-140 0,-14-5 140 0,-7 1-140 0,3-1 53 15,4 0-53-15,-8 0 54 0,-1-5-54 0,2 3 85 16,-2-1-85-16,-12-2 85 0,0 0-85 0,0 0 82 16,0 0-82-16,0 0 82 0,5-14-82 0,-1 2 74 15,1-3-74-15,-2 0 74 0,-6-6-74 0,3-5 42 16,-5-6-42-16,1-4 43 0,-5-9-43 0,1 4 38 15,3 0-38-15,1 8 38 0,1 7-38 0,1 4 38 16,2 1-38-16,0 8 39 0,0 6-39 0,0-2 33 0,2 1-33 16,-2 8 33-16,0 0-33 0,0 0-17 0,12 3 17 15,0 6-16-15,5 4 16 0,4 8-13 0,2 5 13 16,2-1-12-16,-3 5 12 0,5 0-36 0,2 5 36 16,-3-8-35-16,-1-3 35 0,3 0-272 0,5-1 272 15,-12-6-272-15,-7-5 272 0,21 17-1585 0</inkml:trace>
  <inkml:trace contextRef="#ctx0" brushRef="#br0" timeOffset="66473.87">4981 13804 1793 0,'0'0'0'0,"5"12"0"15,2 6 0-15,4-4 239 0,5-2-239 0,-2 2 240 16,3 1-240-16,4 2 95 0,0 2-95 0,5 0 96 0,0-2-96 15,-1 4 0-15,3-2 0 0,-4 1 1 0,-3 5-1 16,2-5-519-16,1 4 519 0,-13-8-519 0,-4-8 519 16,14 16-880-16</inkml:trace>
  <inkml:trace contextRef="#ctx0" brushRef="#br0" timeOffset="66623.47">4866 13919 1435 0,'0'0'0'0,"-21"-21"0"0,-14-15 0 0,3 0 156 15,-6-7-156-15,12 0 156 0,0-8-156 0,6 11 3 16,6 1-3-16,6 9 3 0,2 12-3 0,-11-34-1256 0</inkml:trace>
  <inkml:trace contextRef="#ctx0" brushRef="#br0" timeOffset="67042.69">5158 13517 2174 0,'0'0'0'0,"8"-2"0"15,5 0 0-15,-8 1 168 0,0 1-168 0,-5 0 169 16,-10 0-169-16,10 0 81 0,-9 3-81 0,9-3 82 16,-9 0-82-16,9 0-69 0,0 0 69 0,0 0-68 15,-3 12 68-15,-3 0-89 0,-1 5 89 0,-1 6-88 16,-1 6 88-16,4 2-50 0,1 0 50 0,4-7-49 15,0-7 49-15,4 2 0 0,1 0 0 0,0-1 1 0,4 0-1 16,3 1 0-16,0-6 0 0,1-2 0 16,-3-5 0-16,6 3 12 0,1-6-12 0,-3 1 13 0,2-4-13 15,1-2 46-15,6-3-46 0,-2 0 46 0,-3-4-46 0,3 1 0 16,1-6 0-16,-1-1 1 0,4-8-1 0,-6 3 59 16,0-1-59-16,-5-6 59 0,-5-1-59 0,0 7 0 15,-4 3 0-15,2 4 0 0,-5 4 0 0,1 1 78 16,0 2-78-16,-3 7 79 0,0 0-79 0,0 0 40 15,0 0-40-15,4 21 40 0,1 11-40 0,4 3-20 16,3 6 20-16,-3 3-19 0,5 5 19 0,-2-5 1 16,0 8-1-16,2 6 1 0,-1 0-1 0,-1 2-20 15,5-1 20-15,1 6-19 0,-1 5 19 0,-17-70-175 0,0 0 175 16,14 69-175-16,2 3 175 0,-16-72-329 0,0 0 329 16,9 57-329-16,-9-13 329 0,5 61-1096 0</inkml:trace>
  <inkml:trace contextRef="#ctx0" brushRef="#br0" timeOffset="67509.85">5675 13565 1491 0,'0'0'0'0,"3"24"0"16,-3 17 0-16,0-41 252 0,0 0-252 0,12 5 252 16,2-18-252-16,-14 13 172 0,0 0-172 0,27 12 173 15,6 10-173-15,-33-22 42 0,0 0-42 0,37 29 42 16,4 14-42-16,-41-43 35 0,0 0-35 0,39 36 36 15,-1 0-36-15,-38-36-5 0,0 0 5 0,27 29-4 16,-5-6 4-16,-22-23 18 0,0 0-18 0,19 17 18 16,-10-7-18-16,-9-10 63 0,0 0-63 0,9 0 63 0,-4-9-63 15,-5 9 6-15,0 0-6 0,4-18 7 0,-8-10-7 16,4 28 34-16,0 0-34 0,0-41 35 0,-5-14-35 16,5 55-1-16,0 0 1 0,-4-46 0 0,1 8 0 0,3 38-43 15,0 0 43-15,-2-29-42 0,2 8 42 0,0 21-13 16,0 0 13-16,0 0-12 0,9 2 12 0,-9-2 1 15,0 0-1-15,10 17 1 0,6 5-1 16,-16-22-17-16,0 0 17 0,21 23-16 0,-2 2 16 0,-19-25 27 16,0 0-27-16,21 21 27 0,0-6-27 0,-21-15 6 15,0 0-6-15,26 9 6 0,4-9-6 0,-30 0 5 16,0 0-5-16,23-7 5 0,1-7-5 0,-24 14 45 16,0 0-45-16,21-15 45 0,-1-6-45 0,-20 21-13 0,0 0 13 15,15-13-13-15,-3 1 13 0,-12 12-13 0,0 0 13 16,9-7-12-16,-4 3 12 0,-5 4-40 0,0 0 40 0,9 11-39 15,3 9 39-15,-12-20-38 0,0 0 38 0,18 19-37 16,3 3 37-16,-21-22-39 0,0 0 39 0,28 16-38 16,9-6 38-16,-3-1-393 0,5-6 393 0,-4-5-393 15,0-6 393-15,38-2-1107 0</inkml:trace>
  <inkml:trace contextRef="#ctx0" brushRef="#br0" timeOffset="67691.59">6975 12827 2095 0,'0'0'0'0,"0"12"0"0,-4 12 0 16,8-9 261-16,-1 1-261 0,6 5 261 0,8 3-261 16,-17-24 148-16,0 0-148 0,21 36 148 0,9 6-148 15,1 1 71-15,3 4-71 0,-3-1 72 0,-1-3-72 0,-4-2-228 16,-2-1 228-16,-6-13-228 0,-4-8 228 0,16 26-1833 15</inkml:trace>
  <inkml:trace contextRef="#ctx0" brushRef="#br0" timeOffset="67909">6686 13426 2006 0,'0'0'0'0,"47"-3"0"0,27-3 0 0,-36 3 251 0,-13 0-251 0,-25-10 251 15,-21-4-251-15,23-5 158 0,5-7-158 16,15-4 159-16,11-6-159 0,11-2 49 0,12-4-49 0,14 2 50 16,16-8-50-16,-10 8-2 0,1 5 2 0,-10 9-1 15,-8 8 1-15,-15 6-200 0,-11 4 200 0,-16 6-200 16,-17 5 200-16,9 0-654 0,0 2 654 0,-4 8-654 16,-1 7 654-16,4 11-687 0</inkml:trace>
  <inkml:trace contextRef="#ctx0" brushRef="#br0" timeOffset="68246.1">4675 15278 1950 0,'0'0'0'16,"6"-2"0"-16,6-3 0 0,-7 5 155 0,2 2-155 0,7 13 156 15,4 13-156-15,6-1 169 0,4 9-169 0,0 0 169 16,3 4-169-16,-1-4 19 0,5-6-19 0,-9 0 20 16,0-3-20-16,2-1-135 0,-1 0 135 0,-5-6-135 15,-1-3 135-15,21 23-1683 0</inkml:trace>
  <inkml:trace contextRef="#ctx0" brushRef="#br0" timeOffset="68474.72">4111 15583 1860 0,'0'0'0'0,"11"-7"0"0,9-3 0 16,-11-11 247-16,-2-6-247 0,7-6 247 0,7-8-247 0,9 2 161 15,5 1-161-15,0 0 162 0,8 6-162 16,8-1 7-16,5 0-7 0,-4 4 7 0,-1 0-7 0,14-4-60 15,5-6 60-15,-11 5-59 0,0 3 59 0,-10 7-771 16,-1 7 771-16,-7-2-771 0,-6 0 771 0,47-19-520 16</inkml:trace>
  <inkml:trace contextRef="#ctx0" brushRef="#br0" timeOffset="68665.39">4763 15813 1468 0,'0'0'0'0,"7"-10"0"15,7-7 0-15,-2 6-59 0,5 5 59 0,-4-1-58 16,-3 2 58-16,15-7-939 0</inkml:trace>
  <inkml:trace contextRef="#ctx0" brushRef="#br0" timeOffset="70099.09">5338 15257 2129 0,'0'0'0'0,"22"4"0"0,17 2 0 16,-1 5 236-16,9 1-236 0,0 5 237 0,-3 2-237 16,0 1 144-16,-2 4-144 0,-2 2 145 0,-2 2-145 15,-3-1 35-15,2-1-35 0,-14-7 35 0,-15-7-35 16,5 3-126-16,-1 1 126 0,-3-3-125 15,-9 1 125-15,0 0-54 0,-4 0 54 0,1-2-53 0,-3-4 53 0,-6-1-6 16,-2-2 6-16,-2-1-5 0,3-4 5 0,-8-2 50 16,-2-3-50-16,5 0 50 0,3-2-50 0,1-5 2 15,-4-4-2-15,2-10 3 0,2-8-3 0,6-2 22 16,1-8-22-16,5 1 23 0,2 0-23 0,5 3-4 16,4-1 4-16,5 5-4 0,5 3 4 0,4 2 0 0,7 2 0 15,-1 0 0-15,6 0 0 0,0 2-16 16,4 1 16-16,-6 7-15 0,2 7 15 0,3 5-51 0,2 7 51 15,-6 0-51-15,1 7 51 0,-1 5-9 0,1 3 9 0,-5-1-8 16,-5 2 8-16,-3-1-106 0,1 2 106 0,-7-3-106 16,-8-4 106-16,1 4-152 0,0 1 152 0,-9 2-151 15,0 1 151-15,-5 2-47 0,-2 1 47 16,5-9-46-16,-2-7 46 0,-1-2-21 0,-7 3 21 0,0 0-21 16,-2 1 21-16,-2 0 1 0,-3 2-1 0,12-6 2 15,2-1-2-15,-4-2 55 0,2-2-55 0,2-3 55 16,-1-4-55-16,-1-4 35 0,2-4-35 0,0-7 36 15,5-7-36-15,5-5 52 0,-1-9-52 0,6-1 52 16,2-6-52-16,6 2 76 0,3 1-76 0,0 1 77 16,5 3-77-16,0 2 6 0,4-2-6 0,-4 4 7 15,4 2-7-15,0 6 1 0,-4 1-1 0,-4 9 2 16,-1 6-2-16,-21 17 1 0,0 0-1 0,21-15 2 0,-3 1-2 16,-18 14 31-16,0 0-31 0,17-7 31 0,-3 2-31 15,-14 5-1-15,0 0 1 0,16 10-1 0,-4 12 1 16,-12-22 2-16,0 0-2 0,5 19 2 0,-1 4-2 0,-4-23-2 15,0 0 2-15,5 24-1 0,-5 1 1 0,0-25 0 16,0 0 0-16,4 21 0 0,-4-2 0 0,0-19 59 16,0 0-59-16,0 21 59 0,0-4-59 0,0-17-38 15,0 0 38-15,0 17-38 0,0-3 38 0,0-14 37 16,0 0-37-16,0 15 38 0,1-6-38 0,-1-9-35 16,0 0 35-16,4 10-34 0,-1-2 34 0,-3-8 50 15,0 0-50-15,0 0 50 0,6 9-50 0,-6-9 0 16,0 0 0-16,0 0 1 0,7 2-1 0,-7-2 1 0,0 0-1 15,0 0 2-15,0 0-2 0,0 0 48 0,0 0-48 16,0 0 48-16,0 0-48 0,0 0-43 0,0 0 43 16,0 0-42-16,0 0 42 0,0 0-1 0,0 0 1 15,0 0-1-15,1 13 1 0,-1-13 2 0,0 0-2 0,4 13 2 16,-4 4-2-16,0-17 1 0,0 0-1 0,3 20 1 16,-1 3-1-16,-2-23 10 0,0 0-10 0,7 22 11 15,4 2-11-15,-11-24 40 0,0 0-40 0,15 17 40 16,-1 0-40-16,-14-17 18 0,0 0-18 0,25 11 18 15,6-10-18-15,-31-1 0 0,0 0 0 0,33-7 0 16,6-8 0-16,-39 15 22 0,0 0-22 0,37-19 22 16,4-3-22-16,-41 22 0 0,0 0 0 0,34-26 0 15,-3-3 0-15,-31 29 13 0,0 0-13 0,23-31 14 16,-4-5-14-16,-19 36 52 0,0 0-52 0,14-40 52 0,-10-1-52 16,-4 41-34-16,0 0 34 0,-9-46-34 0,-9-6 34 15,18 52 30-15,0 0-30 0,-21-48 30 0,-8 2-30 16,29 46-2-16,0 0 2 0,-35-38-1 0,-7 6 1 15,42 32-25-15,0 0 25 0,-40-23-24 0,-6 10 24 0,46 13-19 16,0 0 19-16,-44-2-18 0,-3 12 18 0,47-10-11 16,0 0 11-16,-56 40-11 0,-8 21 11 0,64-61-53 15,0 0 53-15,-47 73-52 0,3 12 52 0,44-85-8 16,0 0 8-16,-25 88-8 0,15 5 8 0,10-93-1 16,0 0 1-16,5 91 0 0,13-4 0 0,-18-87 0 15,0 0 0-15,38 72 0 0,9-10 0 0,-47-62 12 16,0 0-12-16,68 46 13 0,11-17-13 0,-79-29 52 15,0 0-52-15,89 18 52 0,7-18-52 0,-96 0-1 0,0 0 1 16,98-18-1-16,7-16 1 0,-105 34 7 0,0 0-7 0,94-48 8 16,-5-17-8-16,-89 65 25 0,0 0-25 15,74-69 26-15,-15-5-26 0,-59 74 52 0,0 0-52 0,44-79 53 16,-18-3-53-16,-14 3-1 0,-12 2 1 0,-8 13 0 16,-8 13 0-16,16 51 17 0,0 0-17 0,-23-52 17 15,-12 3-17-15,35 49 1 0,0 0-1 0,-37-33 2 16,-6 12-2-16,43 21-24 0,0 0 24 0,-40-3-23 15,1 17 23-15,6 5-1 0,3 8 1 0,4 7-1 16,3 6 1-16,6 1-36 0,-2 5 36 0,8-4-36 16,2-3 36-16,9-39-28 0,0 0 28 0,-3 43-28 15,6 5 28-15,6-7-8 0,2-5 8 0,-1-12-8 16,1-5 8-16,4-3-3 0,3-6 3 0,3-2-2 16,-4-4 2-16,6-4-5 0,1-5 5 0,-1-6-5 15,-2-4 5-15,-21 15-31 0,0 0 31 0,23-33-31 0,1-10 31 16,-6-3-51-16,-1-7 51 0,-5 1-50 0,-3-4 50 15,-4-1-2-15,-5 1 2 0,0-1-1 0,-3-1 1 16,1-18-2-16,-7-15 2 0,1 19-1 0,-1-2 1 0,9 74-2 16,0 0 2-16,-9-50-1 0,-3 13 1 0,5 8 102 15,2 8-102-15,0 7 102 0,5 7-102 0,0 7 26 16,-4-7-26-16,4 18 26 0,-3 8-26 0,6 8 47 16,-3 9-47-16,5 5 48 0,4 9-48 0,3 2 20 15,6-1-20-15,3 1 20 0,0-1-20 0,5 1 5 16,4-1-5-16,5 13 5 0,6 8-5 0,0-12-56 0,1-5 56 15,-11-16-56-15,-5-10 56 0,0 0-367 0,-5-5 367 16,-3-6-366-16,-6-8 366 0,18 17-1501 0</inkml:trace>
  <inkml:trace contextRef="#ctx0" brushRef="#br0" timeOffset="70286.59">8227 13858 1983 0,'0'0'0'0,"16"21"0"15,3 15 0-15,6 2 243 0,1 5-243 0,0 0 244 16,-1 1-244-16,3-1 116 0,5 0-116 0,-12-5 117 16,-7-7-117-16,10 3-678 0,4-1 678 0,-16-9-677 15,-12-9 677-15,13 23-782 0</inkml:trace>
  <inkml:trace contextRef="#ctx0" brushRef="#br0" timeOffset="70503.02">7948 14456 2263 0,'0'0'0'0,"17"-12"0"0,13-9 0 0,3-3 223 15,2-3-223-15,5-1 223 0,7-1-223 0,8-5 125 16,1-2-125-16,20-11 126 0,15-8-126 0,-12 4 42 15,3 1-42-15,-2 5 43 0,-6 4-43 0,-10 5-89 16,-2 2 89-16,-10 5-89 0,-7 3 89 0,-1 11-197 0,-14-1 197 16,-9 8-196-16,-13 8 196 0,3-6-331 0,-2 3 331 15,-9 3-330-15,-11 0 330 0,-1 0-1218 0</inkml:trace>
  <inkml:trace contextRef="#ctx0" brushRef="#br0" timeOffset="71562.1">5996 16261 1132 0,'0'0'0'0,"0"0"0"0,0 0 0 0,0 0 303 16,0 0-303-16,0 0 304 0,0 0-304 0,0 0 205 15,0 0-205-15,0 0 206 0,0 0-206 16,0 0 151-16,0 0-151 0,0 0 151 0,0 0-151 0,0 0 97 0,0 0-97 16,0 0 97-16,18-15-97 0,-18 15 33 0,0 0-33 15,10-9 34-15,-1 1-34 0,-9 8 59 0,0 0-59 16,7-9 59-16,2 2-59 0,-9 7 48 0,0 0-48 16,0 0 48-16,5-10-48 0,-5 10 0 0,0 0 0 15,0 0 0-15,3-9 0 0,-3 9 12 0,0 0-12 0,0 0 12 16,0 0-12-16,0 0 0 0,0 0 0 0,0 0 0 15,0 0 0-15,0 0-2 0,0 0 2 0,0 0-1 16,0 0 1-16,0 0 0 0,0 0 0 0,0 0 0 16,0 0 0-16,0 0-30 0,0 0 30 0,0 0-30 15,0 0 30-15,0 0-2 0,0 0 2 0,0 0-1 16,0 0 1-16,0 0-20 0,0 0 20 0,0 0-20 16,0 0 20-16,0 0 1 0,0 0-1 0,0 0 1 15,4 9-1-15,-4-9 15 0,0 0-15 0,0 0 16 16,5 10-16-16,-5-10 0 0,0 0 0 0,4 7 0 0,1 0 0 15,-5-7 0-15,0 0 0 0,12 17 0 0,6 9 0 16,-18-26 35-16,0 0-35 0,20 36 35 0,3 8-35 16,-23-44 4-16,0 0-4 0,26 57 5 0,8 10-5 15,-34-67 5-15,0 0-5 0,38 94 6 0,9 21-6 0,-47-115 1 16,0 0-1-16,39 103 1 0,1-3-1 0,-40-100 3 16,0 0-3-16,30 81 3 0,-9-18-3 0,-21-63-77 15,0 0 77-15,13 46-77 0,-4-18 77 0,-9-28-236 16,0 0 236-16,5 15-236 0,-6-13 236 0,4 15-1644 15</inkml:trace>
  <inkml:trace contextRef="#ctx0" brushRef="#br0" timeOffset="71864.3">6157 16100 1323 0,'0'0'0'16,"3"19"0"-16,6 12 0 0,-9-31 379 0,0 0-379 0,0 0 380 15,-9-19-380-15,9 19 180 0,0 0-180 16,0 0 181-16,9 17-181 0,-9-17 144 0,0 0-144 0,18 36 144 15,8 21-144-15,-26-57 46 0,0 0-46 0,38 60 47 16,6 7-47-16,-44-67 1 0,0 0-1 0,65 80 2 16,11 9-2-16,-76-89 23 0,0 0-23 0,65 78 24 15,-9-8-24-15,-56-70 10 0,0 0-10 0,42 52 11 16,-12-15-11-16,-30-37 35 0,0 0-35 0,19 23 35 16,-12-15-35-16,-7-8 28 0,0 0-28 0,2-7 28 15,-8-13-28-15,6 20 61 0,0 0-61 0,-8-33 61 16,-5-12-61-16,13 45 22 0,0 0-22 0,-14-60 23 15,-7-15-23-15,21 75 0 0,0 0 0 0,-26-103 1 0,-3-26-1 16,29 129-117-16,0 0 117 0,-18-104-116 0,1 6 116 16,17 98-229-16,0 0 229 0,-9-74-228 0,9 21 228 15,-12-73-1758-15</inkml:trace>
  <inkml:trace contextRef="#ctx0" brushRef="#br0" timeOffset="72133.57">7017 16587 1603 0,'14'14'0'0,"19"17"208"16,23 12-208-16,-21-16 208 0,-4-4-208 0,2-1 129 0,-3-3-129 15,-7-9 130-15,-11-7-130 0,9-1 113 0,-4-4-113 16,9-3 114-16,1-3-114 0,-1-8 94 0,-2-6-94 16,-4 3 94-16,-5 0-94 0,-15 19 58 0,0 0-58 0,9-32 59 15,0-11-59-15,-9 3 55 0,0-4-55 16,-9 9 56-16,0 8-56 0,-8-6 62 0,-4-1-62 0,-5 3 63 15,-1 2-63-15,-2 6 44 0,-4-1-44 0,1 7 45 16,2 7-45-16,-1 3-5 0,1 5 5 0,1 8-5 16,-1 6 5-16,0 3-69 0,0 4 69 0,8-2-68 15,4 0 68-15,-3 2-290 0,0 0 290 0,9-7-289 16,7 0 289-16,-13 14-1675 0</inkml:trace>
  <inkml:trace contextRef="#ctx0" brushRef="#br0" timeOffset="72349.98">7296 15741 2118 0,'0'0'0'0,"2"9"0"0,5 6 0 0,10-3 207 16,4-2-207-16,5 11 207 0,1 3-207 0,-1 9 143 15,4 6-143-15,-1 2 144 0,6 4-144 0,-3 0 65 16,1 1-65-16,-3 2 66 0,5-7-66 0,-6 7-165 15,1 0 165-15,-4-3-164 0,-7-4 164 16,2-1-366-16,0-3 366 0,-9-9-366 0,1-9 366 0,9 29-1266 16</inkml:trace>
  <inkml:trace contextRef="#ctx0" brushRef="#br0" timeOffset="72480.02">7352 16297 1804 0,'0'0'0'0,"10"-20"0"16,11-15 0-16,4 3 140 0,3-6-140 0,5 5 140 16,2 1-140-16,30-35-1538 0</inkml:trace>
  <inkml:trace contextRef="#ctx0" brushRef="#br0" timeOffset="72979.5">8254 15762 2207 0,'0'0'0'0,"0"29"0"0,3 16 0 15,6-1 278-15,8 4-278 0,1-3 279 0,-1-4-279 0,4 0 123 16,4-3-123-16,1 0 124 0,3-4-124 0,-6 2 36 16,-2 0-36-16,0-2 36 0,2 1-36 15,-7-9-78-15,-2-4 78 0,-6-5-77 0,-4-5 77 0,1-2 0 16,-5-1 0-16,0-9 0 0,12 7 0 0,-12-7 42 15,0 0-42-15,0 0 42 0,-3-7-42 0,-6-3 43 16,-3-4-43-16,-2-8 43 0,-4-8-43 0,-3-1-2 16,-1-1 2-16,1-2-1 0,-4-1 1 0,4-3 49 15,4-4-49-15,-2-5 49 0,-1-1-49 0,6-5 3 0,0-5-3 16,-3 4 3-16,5 5-3 0,3 4-44 0,0 4 44 16,6 19-43-16,-2 9 43 0,1 1 0 0,4 6 0 15,4-1 1-15,1 0-1 0,0 3-65 0,4 4 65 16,6 9-64-16,3 6 64 0,5 10-15 0,5 0 15 0,12 8-14 15,7 3 14-15,-5 3 1 0,-4 6-1 0,-3-7 2 16,-5 0-2-16,10-6-17 0,4-6 17 0,1 0-17 16,2-4 17-16,-8-1 10 0,-4-4-10 0,-12-5 10 15,-11-7-10-15,0 0 25 0,-7-2-25 0,16 1 26 16,5 1-26-16,-5-8 81 0,0-3-81 0,-7 3 82 16,-10-2-82-16,5-5 42 0,-4-4-42 0,-2-9 43 15,-6-6-43-15,3-8-26 0,-5-8 26 0,5 0-25 16,5-1 25-16,-14-2-105 0,-8-4 105 0,-4 1-105 15,-2-1 105-15,5-6-239 0,6-4 239 0,-4 9-239 16,-3 2 239-16,9 8-590 0,5 5 590 0,-1 14-590 16,-1 12 590-16,-3-26-786 0</inkml:trace>
  <inkml:trace contextRef="#ctx0" brushRef="#br0" timeOffset="73696.69">9066 15748 1603 0,'0'0'0'0,"14"38"0"0,7 27 0 0,3-10 258 16,4 2-258-16,-7-18 258 0,0-12-258 0,-3 1 157 15,-1-4-157-15,-1-7 158 0,-6-5-158 0,6 0 79 16,2 0-79-16,-6-5 80 0,-3-2-80 0,5-1-15 16,-2-3 15-16,5-2-14 0,4-5 14 0,-7-4 24 15,-2-4-24-15,6-3 25 0,-4-3-25 0,-7-4 1 0,-7-6-1 16,0 0 2-16,-7-6-2 0,2-4 53 0,-1-1-53 16,3 10 54-16,3 7-54 0,0 0 68 0,-4 3-68 15,8 9 69-15,-1 7-69 0,-3 0 35 0,2-2-35 16,-2 7 36-16,0 0-36 0,0 0-2 0,12 7 2 0,-3 5-2 15,5 7 2-15,2 5-8 0,1 2 8 0,4 1-7 16,0 2 7-16,-2-5 0 0,1-1 0 0,-1-4 0 16,2-6 0-16,0-1-11 0,1-1 11 0,-6-5-10 15,-2-4 10-15,2 0 4 0,3-4-4 0,-3 0 4 16,-6-1-4-16,6-4 15 0,5-3-15 0,-4-6 15 16,1-4-15-16,-6-6 39 0,-1-5-39 0,1 4 39 15,-3-1-39-15,-6-3 3 0,1-1-3 0,-6-3 3 16,-3-4-3-16,-4-2 50 0,-5 0-50 0,2-7 51 15,-1-6-51-15,-1 3-2 0,-3-6 2 0,-2 4-1 16,1 1 1-16,-1 4 12 0,2 4-12 0,1 11 12 16,7 9-12-16,-3 0 10 0,1 2-10 0,4 12 10 0,6 6-10 15,1 4 15-15,-11-2-15 0,6 9 16 0,0 7-16 16,1 12-39-16,-1 6 39 0,-2 10-38 0,2 11 38 16,5 9 47-16,3 4-47 0,8 3 48 0,4-2-48 0,-15-67-4 15,0 0 4-15,30 96-4 0,14 16 4 16,-44-112-35-16,0 0 35 0,56 94-34 0,17-6 34 0,-73-88 34 15,0 0-34-15,74 65 35 0,2-17-35 0,-76-48 6 16,0 0-6-16,83 24 7 0,-5-19-7 0,-78-5-1 16,0 0 1-16,74-14 0 0,1-23 0 0,-75 37 49 15,0 0-49-15,54-62 49 0,-14-21-49 0,-40 83-11 16,0 0 11-16,26-96-11 0,-21-14 11 0,-5 110-58 0,0 0 58 16,-12-121-58-16,-19-13 58 0,31 134-16 0,0 0 16 15,-47-134-15-15,-18-3 15 0,65 137 0 0,0 0 0 16,-63-109 1-16,-7 22-1 0,70 87 81 0,0 0-81 15,-59-55 81-15,3 26-81 0,56 29 29 0,0 0-29 0,-53 5 29 16,3 29-29-16,50-34-1 0,0 0 1 0,-26 69-1 16,15 32 1-16,11-101-19 0,0 0 19 0,9 115-18 15,17 23 18-15,-26-138 0 0,0 0 0 0,40 123 1 16,20 4-1-16,-60-127-13 0,0 0 13 0,64 124-13 16,6-3 13-16,-70-121-258 0,0 0 258 0,75 105-258 15,4-7 258-15,-79-98-514 0,0 0 514 0,73 86-514 16,-5-11 514-16,72 87-1124 0</inkml:trace>
  <inkml:trace contextRef="#ctx0" brushRef="#br0" timeOffset="78783.98">24032 11385 1143 0,'0'0'0'0,"16"7"0"15,12 4 0-15,-28-11 120 0,0 0-120 0,15 6 120 16,-2-4-120-16,-13-2 82 0,0 0-82 0,31 4 83 0,13-4-83 16,-44 0 85-16,0 0-85 0,64 0 85 0,17 3-85 15,-81-3 1-15,0 0-1 0,129 3 1 0,30-1-1 16,-159-2 32-16,0 0-32 0,168-7 32 0,17-5-32 0,-185 12 46 16,0 0-46-16,196-13 47 0,10-5-47 0,-206 18 39 15,0 0-39-15,206-17 39 0,4-3-39 0,-210 20 52 16,0 0-52-16,181-18 53 0,-16 3-53 0,-165 15 22 15,0 0-22-15,129-12 22 0,-26 3-22 0,-103 9 12 16,0 0-12-16,79-3 13 0,-27 3-13 0,-52 0 28 16,0 0-28-16,40 0 28 0,-22 3-28 0,-18-3-111 15,0 0 111-15,0 0-110 0,-27 6 110 0,27-6-241 0,0 0 241 16,-55 8-240-16,-33 8 240 0,88-16-236 0,0 0 236 16,-117 15-236-16,-26 9 236 0,14-7-72 0,-4 0 72 15,10 2-71-15,3 0 71 0,5 5 0 0,3 2 0 0,0-4 0 16,-2 1 0-16,8-6 109 0,-4-2-109 15,10-1 109-15,4 3-109 0,7-5 136 0,10 0-136 0,4 0 137 16,5-7-137-16,70-5 142 0,0 0-142 0,-68 4 142 16,2-3-142-16,66-1 146 0,0 0-146 0,-42 2 146 15,16-2-146-15,26 0 82 0,0 0-82 0,0 0 83 16,10-9-83-16,16 1 28 0,15-2-28 0,4-2 28 16,7 0-28-16,25-9 21 0,19-5-21 0,-3 2 21 15,5-2-21-15,3-1 0 0,0 0 0 0,6 6 1 16,1 0-1-16,4 2 55 0,-2-1-55 0,2 3 55 15,0 3-55-15,-112 14 0 0,0 0 0 0,133-22 0 16,12-2 0-16,-25 3 13 0,-10-3-13 0,-19 9 14 0,-17 6-14 16,-10 0 41-16,-15 6-41 0,-17 0 41 15,-18 3-41-15,1-4-3 0,-3 2 3 0,-1 1-3 0,-6 1 3 16,4 0-23-16,-2 0 23 0,-7 0-22 0,0 0 22 16,0 0-307-16,0 0 307 0,0 0-306 0,5 13 306 0,0 1-1179 15</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1-03-11T15:44:57.457"/>
    </inkml:context>
    <inkml:brush xml:id="br0">
      <inkml:brushProperty name="width" value="0.05292" units="cm"/>
      <inkml:brushProperty name="height" value="0.05292" units="cm"/>
      <inkml:brushProperty name="color" value="#FF0000"/>
    </inkml:brush>
    <inkml:context xml:id="ctx1">
      <inkml:inkSource xml:id="inkSrc7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8.62069" units="1/cm"/>
          <inkml:channelProperty channel="T" name="resolution" value="1" units="1/dev"/>
        </inkml:channelProperties>
      </inkml:inkSource>
      <inkml:timestamp xml:id="ts1" timeString="2021-03-11T15:55:53.680"/>
    </inkml:context>
  </inkml:definitions>
  <inkml:trace contextRef="#ctx0" brushRef="#br0">8237 4498 0,'18'0'15,"-36"0"-15,54 0 0,-19 0 0,-17-18 16,0 1 0,-35 17-1,-106 35 17,-282 159-1,387-71 0,177-70-15,142 18-1,-89-18 1,-18 70 0,-229-70-1,-159 0 1,-87-18-1,52-35 17,211 0-17,72-17 1,69-54-16</inkml:trace>
  <inkml:trace contextRef="#ctx0" brushRef="#br0" timeOffset="216.54">8978 4604 0,'0'0'15,"18"0"-15,-18 17 0,0 36 16,-35 88 0,35-105-16,0 87 15,105 36 1,1-53-1,-18-36 1,-70-70 0</inkml:trace>
  <inkml:trace contextRef="#ctx0" brushRef="#br0" timeOffset="637.66">8767 4798 0,'-89'-35'0,"178"70"0,-231-88 16,107 35-16,-18-17 16,53 0-16,71-1 15,264-87 1,0 88 0,-70 17-1,-124 36 1,-106 17-1,-35-17-15,18 87 16,-1-16 15,54 34-31,158-17 32,-70-71-17,70-70 1,-158-53-1,-36-89 1,-105 54 0,-19 35-1,54 105 1,0 71 0</inkml:trace>
  <inkml:trace contextRef="#ctx0" brushRef="#br0" timeOffset="983.4">7673 5750 0,'-247'71'15,"-106"-1"1,336-70-16,-1 0 15,124 0 1,-36 0-16,230-35 16,353-35-1,-36 34 1,389-17 0,-830 53-16,318 0 15,-300 0 1,-106 0-1,-70 0 1,-71 0 0,-35-35-1</inkml:trace>
  <inkml:trace contextRef="#ctx0" brushRef="#br0" timeOffset="1883.34">6879 7779 0,'0'0'0,"-17"17"0,-1 1 15,18 70 1,0-52 0,123 246 15,-34-124 0,-107-228 0,-53-71-15,36-177 0,17 124-1,36 36 1,70 105 0,89 70-1,-36 54 1,0 88-1,-159 17 17,-88-105-17,-123-19 1,106-87 0,87 18-1,107 34 16,-53 1-31,140 88 16,-17-36 0,53 36-1,-52-88 1,-125-18-16</inkml:trace>
  <inkml:trace contextRef="#ctx0" brushRef="#br0" timeOffset="2317.25">7955 7938 0,'-35'17'31,"17"36"-31,18 0 32,0-35-32,0 35 15,0-36 1,0 1-1,0-124 1,0-17 0,0-36-1,0 53 1,53 176 15,-35-52-31,52 53 16,71 70-1,-105-106 1,70 36-16,-18-36 16,-53-53 15,-35-70-15,-35-53-1,17 88-15,18-18 16,0 36-16,35-18 15,-35 36-15</inkml:trace>
  <inkml:trace contextRef="#ctx0" brushRef="#br0" timeOffset="2533.92">8714 7849 0,'0'36'0,"0"-72"0,35 177 16,-17-17 0,-1-54-1,71-34 16,36-36-15,-107 0-16,19-53 16,-54-106-1,-52 71 1,-72 17 0,90 71-1,34 18-15</inkml:trace>
  <inkml:trace contextRef="#ctx0" brushRef="#br0" timeOffset="3483.64">12788 8255 0,'0'0'16,"-17"-18"-16,-1 18 15,18 36-15,-18 17 16,18-18-16,-17 0 0,-1 36 15,18-36-15,0 0 0,0 142 32,0-124-1,-53-300 0,-70-230 0,105 354 1,18 105-32,-18 1 15,54 70 1,34 88 0,1-18-1,-54-88-15,107 106 16,-36-70-1,18-36 1,-18-105 0,-53-18-1,1-159 1,-72 123 0,-17 36-1,18 53 1,35 88-1,53 70 1,35 36 15,-17-36-31</inkml:trace>
  <inkml:trace contextRef="#ctx0" brushRef="#br0" timeOffset="3866.86">13864 8449 0,'35'-35'16,"-70"70"-16,18-176 31,-19 123-31,1 1 0,0-1 16,-53 0-16,-54 18 16,37 71-1,105-1 1,52 36-1,37-53 1,69-17 15,-87-89-15,-36 0 0,-35 17-1,-17 19 1,87 87 15,-35-52-31,18 17 16,18 1-1,-36-36-15</inkml:trace>
  <inkml:trace contextRef="#ctx0" brushRef="#br0" timeOffset="4482.63">14129 8326 0,'0'17'32,"0"-34"-32,0 105 0,0-71 15,35 36-15,53 71 32,0-54-17,-35-52 1,-17-71-1,17-35 1,-36 35 0,-17 35-1,18 18 1,35 71 0,17-18-1,-17-18 1,0-35-1,-18-70 1,1 17 15,-36 17-15,35 36 0,53-17-1,71 17 1,-89 0-1,54-36 1,-89-17 0,-52 36-1,-36 17 1,-18 17 0,36 107-1,105-18 16,-34-89-31,-1 1 0,194 53 32,-123-71-17,18-36-15</inkml:trace>
  <inkml:trace contextRef="#ctx0" brushRef="#br0" timeOffset="4820.51">17286 8237 0,'0'-70'0,"0"140"0,-35-158 16,35 71-16,-35-1 0,-54-17 15,1 52 1,53 19-16,-53 52 16,17 123-1,106-69 17,71-19-17,35-88 1,124-70-1,-53-106 1</inkml:trace>
  <inkml:trace contextRef="#ctx0" brushRef="#br0" timeOffset="5771.3">17921 8079 0,'18'-71'16,"-36"142"-16,0-212 16,1 141-16,17 123 31,0-35-16,35-35-15,36 176 32,-1-70-17,1-53 1,52-71 0,-17-52-1,53-107 1,-142 89-16,54-124 15,-89 53 1,-52 71 0,35 35-16,-89 35 15,-17 71 1,123-18 0,36-35-1,0-53 1,70 18-16,18-18 15,-1-53 1,-69 18 0,-36 52 15,0 19-15,0 17-1,70-1 1,36-16-1,0-36 1,-18-53 0,18-141-1,-71 53 1,-17 70 0,17 36-1,18 35 1,53 88-1,-71 0 1,-52 0 0,-89-17-1,53-53 17,18-18-17,140-18 1,19-35-1,-54 35-15,160-105 16,-107 17 0,-70 36-1,-53 52-15,0 71 32,0-18-17,18 53-15,-1 106 31,-17-176-31,-70 17 32,-89-35-17,36 0 1,105-17 0,18-1-16</inkml:trace>
  <inkml:trace contextRef="#ctx0" brushRef="#br0" timeOffset="6654.84">7479 9049 0,'18'0'0,"-36"0"0,36-18 16,-36 53-1,18-17-15,-18 53 16,-17 246 15,35-229-31,18-17 16,52 70 0,-70-123-16,35 17 15</inkml:trace>
  <inkml:trace contextRef="#ctx0" brushRef="#br0" timeOffset="7250.48">7408 11060 0,'0'-18'16,"53"-17"-16,106-1 31,-106 36-31,194 124 31,-371 299 16,-140-246-16,528-213 0,213-52 1,-372 88-1,-69 0-31</inkml:trace>
  <inkml:trace contextRef="#ctx0" brushRef="#br0" timeOffset="7749.18">7426 13176 0,'0'-35'0,"0"17"16,71-35-1,87-17 1,1 70-1,-141 0-15,52 53 16,-52 0 0,-36 0-1,18 17 1,88 1 0,71-1-1,-53 1 1,-106-18-1,-176 17 1,17-17 0,0 0-1,124-35 1</inkml:trace>
  <inkml:trace contextRef="#ctx0" brushRef="#br0" timeOffset="8266.66">6967 14534 0,'0'0'0,"0"-17"0,0 34 16,0 1-1,0 88 1,0-36-16,18-17 16,35 0-1,35 0 1,71-53 0,0-53-1,-124 36 1,-17 52-1,-36 18 1,-53 123 15,54-52-15,-19-54 0,19-34-16</inkml:trace>
  <inkml:trace contextRef="#ctx0" brushRef="#br0" timeOffset="9137.77">13529 9402 0,'-18'17'16,"36"-34"-16,-53 52 0,17-18 0,-17 1 0,17 17 16,1 1-16,-54 87 15,53-70-15,1-18 0,-1 18 16,0 0-16,-34 141 31,-1-159 0,35-87-15</inkml:trace>
  <inkml:trace contextRef="#ctx0" brushRef="#br0" timeOffset="9302.92">13476 9243 0,'18'-18'16,"-36"36"-16,71-36 0,-35 18 0,35 71 16,0 35-1,-1 70 1,1 0 0,-35-123-16,53 88 15,-19 0 1,-16-88-1</inkml:trace>
  <inkml:trace contextRef="#ctx0" brushRef="#br0" timeOffset="9501.62">13406 9790 0,'0'0'0,"-36"0"0,19 0 0,-36 0 16,35 0-16,265-18 31,-35 0-15,70 18-1,-247 18 1</inkml:trace>
  <inkml:trace contextRef="#ctx0" brushRef="#br0" timeOffset="10148.56">13176 11465 0,'18'0'16,"-36"0"-16,36 18 15,-36 52 1,-17-52-16,0 88 16,-36 35-1,54-88 1,-1 0-1,71-177 17,-18-17-17,53-106 1,-52 194 0,-1-35-1,0 18 1,-17 87-1,-1 36-15,54 124 16,35-1 0,-36-52-1,1-1 1,-53-88 0,-1-35-16</inkml:trace>
  <inkml:trace contextRef="#ctx0" brushRef="#br0" timeOffset="10315.94">13141 11783 0,'-53'0'0,"106"0"0,-229-35 15,158 35 1,0 0-16,283-89 31,-36 72-15,18-1-1,-70 18-15</inkml:trace>
  <inkml:trace contextRef="#ctx0" brushRef="#br0" timeOffset="11032.72">12788 13511 0,'0'-17'0,"0"34"0,-35-52 16,35 17-16,18 18 31,34 0-16,-34 18 1,0-18 0,17 0-16,-35-35 31,0-53-15,-18 17-1,18-35 1,71 18-1,0 70 1,17 71 0,-88 18-1,0 17 1,-18 18 0,53-36-1,106 54 1,-35-36-1,-70-17 1,-178-1 0,-69-52 15,123 0-31,35-18 31,106 0-31</inkml:trace>
  <inkml:trace contextRef="#ctx0" brushRef="#br0" timeOffset="11467.63">13670 14676 0,'-35'-18'0,"70"36"0,-105-54 16,34 19-16,1 17 0,-18 0 15,-159 17 1,54 71 0,34 54-1,142-54 1,52-35-16,177 0 16,71-71-1,-142-17 1,-35-36-1,-158 18 1,-89 0 0</inkml:trace>
  <inkml:trace contextRef="#ctx0" brushRef="#br0" timeOffset="12615.38">17410 9596 0,'-18'0'0,"0"70"31,18-52-31,0 17 0,0-17 16,71 158 15,-18-105-15,-36-36-1,-17-53 1,-52-70-1,-1-35 1,0-36 0,35 35-1,18 19 1,124 34 0,-36 71-1,0 18 1,-70 105-1,-18-35 1,-18-70-16,0 70 16,36 0-1,123 1 17,-70-37-17,-19 19 1,-104-36-1,-178 1 1,160-36 0,34-18-1,89-17 1</inkml:trace>
  <inkml:trace contextRef="#ctx0" brushRef="#br0" timeOffset="12850.84">18203 9543 0,'18'0'16,"-36"0"-16,36 17 15,-18 36-15,-18-18 0,1 71 16,-1-70 0,0 105-1,36 17 1,70-87-1,53-36 1,-105-35-16,52 0 16,18-70-16</inkml:trace>
  <inkml:trace contextRef="#ctx0" brushRef="#br0" timeOffset="13000.34">18362 9895 0,'-88'0'15,"176"0"-15,-229 0 0,123-17 0,-17 17 16,106-35 0,140-18 15,-158 35-31</inkml:trace>
  <inkml:trace contextRef="#ctx0" brushRef="#br0" timeOffset="13170.53">18309 9507 0,'-70'-17'16,"140"34"-16,-176-52 0,36 0 16,140-18-1,89 35 1,264-52 0,-246 52-1,-124 18 1</inkml:trace>
  <inkml:trace contextRef="#ctx0" brushRef="#br0" timeOffset="13965.25">16651 11677 0,'0'0'0,"0"-18"15,0 54 1,35-36-16,-35 17 0,36 1 16,-1 35-16,0-36 15,-17 1-15,0 0 0,-1-1 16,18 1-16,-17 0 0,0-1 16,-1-17-1,-140-176 16,-1-212 1,124 335-32,142-106 47,-1 177-32,-71 52 1,-35 71-1,-52-52 1,17-36-16,0 17 16,106 18-1,-1-17 1,1 35 0,-106-71-1,-35-17-15,-71-18 16,-35 17-1,-18-70 1,159 36-16,36-36 16</inkml:trace>
  <inkml:trace contextRef="#ctx0" brushRef="#br0" timeOffset="14199.24">17745 11483 0,'17'0'0,"-34"0"0,52 18 15,-35-1-15,-35 36 16,-53 71 0,35 52-1,53-105 1,0-36-16,105 53 16,1-35-1,88-53 1,-70-35-1,-18-36 1</inkml:trace>
  <inkml:trace contextRef="#ctx0" brushRef="#br0" timeOffset="14318.62">17903 11748 0,'-35'0'0,"70"0"15,-123-18-15,71 18 16,52-18-1,141-17 1</inkml:trace>
  <inkml:trace contextRef="#ctx0" brushRef="#br0" timeOffset="14514.48">17674 11465 0,'-35'-17'15,"70"34"-15,-123-52 0,35-18 16,177-17-1,105 34 1,-53 1-16,18 35 16,88-18-1,-264 54 1,-124-19 0</inkml:trace>
  <inkml:trace contextRef="#ctx0" brushRef="#br0" timeOffset="15282.42">16686 13247 0,'0'0'16,"18"-18"-16,17 18 31,-17 18-31,-18 17 0,0-17 0,18 52 16,-18-17-16,0-18 15,88 177 1,-53-177 0,-17 1-1,-36-248 32,-194-247-16,177 424-15,17 53 0,54 35-1,87 35 1,1-35 0,52-36-1,-70-69 1,-53-19-1,-36 18 17,-17 71-17,0 52 1,36-34 0,-19-1-16,19 0 15,52 0-15</inkml:trace>
  <inkml:trace contextRef="#ctx0" brushRef="#br0" timeOffset="15515.72">17674 13176 0,'18'18'16,"-18"0"0,17 140-1,-17-52 1,18 18-1,88-1 1,-71-105 0,18-18-16,-18 17 0,142-17 15,-54-35 1,18-35 0</inkml:trace>
  <inkml:trace contextRef="#ctx0" brushRef="#br0" timeOffset="15830.33">17833 13335 0,'-35'18'0,"70"-36"0,-106 36 16,54-18-16,-1 0 16,194-18-1,-140 0-15,193-35 16,-123 1-1,-53-19 1,-88-70 15,-36 88-31,-88-53 32,106 71-17,212 35 1,106 35-1,-89 0 1,-88 1-16</inkml:trace>
  <inkml:trace contextRef="#ctx0" brushRef="#br0" timeOffset="16730.41">16739 15311 0,'0'0'0,"18"0"16,0 17-1,-1 18-15,-17-17 16,18 0-16,0-1 0,-1 1 15,36 35-15,-18-18 32,-52-52-1,17-1-31,-53-176 31,18-106 0,70 194-15,53-17 0,35 87-1,-17 54 17,-70 53-17,-36-36-15,-53 36 16,-18 17-1,18 18 1,88-54 0,107 19-1,34 17 1,-88 18 0,-123-71-1,-36-35-15,-87 18 16,-54-53-1,106-1 17,141 19-32,1-1 15,52-17-15</inkml:trace>
  <inkml:trace contextRef="#ctx0" brushRef="#br0" timeOffset="16983.18">17815 14905 0,'0'0'0,"18"-18"15,-53 1 1,-18 87 0,35-52-16,-35 88 15,18 105 1,53-70 0,70-52-1,18-36 1,-71-36-16,53-17 15,106-17 1,-35-72 0,-71 1-1</inkml:trace>
  <inkml:trace contextRef="#ctx0" brushRef="#br0" timeOffset="17134.45">18133 15187 0,'-71'0'0,"142"0"0,-159-18 16,52 18-16,19-17 16,87 17-1,107-18 1,-124 1-16</inkml:trace>
  <inkml:trace contextRef="#ctx0" brushRef="#br0" timeOffset="17317.7">18009 14834 0,'-123'-70'31,"246"140"-31,-264-158 0,194 70 0,106 1 16,247-1 15,-177 1-15,-176-1-1,-106 0-15</inkml:trace>
  <inkml:trace contextRef="#ctx0" brushRef="#br0" timeOffset="20814.74">7250 16087 0,'-71'0'16,"142"0"-16,-160 0 0,19-18 15,35 18-15,-18 0 32,53 18-1,17-18-31,142-106 31,-35 71 0,-177 123-15,-89 35 0,72-70-1,-36 18 1,88-54-1,71-17 1,-17-17 0,87-36-1,71 0 1,-141 35-16,-106 36 47,0 0-47,18-1 15</inkml:trace>
  <inkml:trace contextRef="#ctx0" brushRef="#br0" timeOffset="22447.42">25488 5415 0,'18'-17'15,"-36"34"-15,36-70 0,-18 18 16,-18 35-16,-17-35 0,0 17 16,-18 0-16,-53 18 15,-159 18 1,1 123 15,564 88 16,105 1-16,-369-124-15,-89-71-16,-106 18 16,18-36-16,0 1 15,-71-18 1,53-18-1,159 1 1</inkml:trace>
  <inkml:trace contextRef="#ctx0" brushRef="#br0" timeOffset="22664.85">25735 5398 0,'0'0'0,"18"0"15,-18 35 1,-18 18 0,-35 70-16,53-17 15,0 53 1,36 17 0,16-52-1,1-107 1</inkml:trace>
  <inkml:trace contextRef="#ctx0" brushRef="#br0" timeOffset="22952.81">26176 5627 0,'35'-71'16,"-70"142"-16,70-159 16,-35 105-1,-17 19-15,-89 122 31,53-87-15,35-36-16,-35 53 16,106-35-1,124-35 1,-1 0 0,106-54-1,-193 36 1,-72 0-1,-52 0 1</inkml:trace>
  <inkml:trace contextRef="#ctx0" brushRef="#br0" timeOffset="23180.47">24677 6650 0,'0'0'0,"-53"18"0,-53 17 16,124-35 0,158 0-1,265-35 1,-35-1 0,158 36-1,-334 0 1</inkml:trace>
  <inkml:trace contextRef="#ctx0" brushRef="#br0" timeOffset="23515.39">24448 6862 0,'-177'52'0,"354"-104"15,-530 140 1,353-71-16,53-17 15,247-17 1,105-36 0,-105 18-16,18-1 15,140-17 1,-211 36-16,35 17 16,-158 0-1,-177 17 1,-53 1-1,53-18 1,36 18 0,17-36 31,0-17-47</inkml:trace>
  <inkml:trace contextRef="#ctx0" brushRef="#br0" timeOffset="53859.87">22331 7338 0,'35'-35'16,"-70"70"-16,88-123 0,-18 17 16,0 53-16,1 1 15,-1-1-15,-17 18 0,17 0 16,-18 0-16,19 35 0,34 124 31,-264 70 0,53-193 1,176-72-1,36 36-15,35 53-1,-18 18 1,0-18 15,36-18-15,-71-35-1,-1 0-15</inkml:trace>
  <inkml:trace contextRef="#ctx0" brushRef="#br0" timeOffset="54160.9">23160 7602 0,'18'-17'0,"-18"34"62,0 1-46,17-18-16,-17 18 16,-17-18 124</inkml:trace>
  <inkml:trace contextRef="#ctx0" brushRef="#br0" timeOffset="54511.75">22366 7426 0,'0'0'0,"-35"-18"16,17 1-16,1-1 15,34 36 32,1 35-31,17-36-16,0 89 15,1 0 1,-1 106 0,-17-89-1,17-17 1,-17-106 0</inkml:trace>
  <inkml:trace contextRef="#ctx0" brushRef="#br0" timeOffset="55059.74">23125 7444 0,'35'35'16,"-70"-70"-16,70 105 0,-35-52 15,0-1-15,0 36 16,0 18 0,18 17-1,-1-53 1,-34-105 31,17 52-47,-18-88 15,18 53 1,0-52-16,-18 52 31,36 70-15,35 36 0,88 88-1,18 0 1,-106-105-1,17-19 1,18-87 0,-52-54-1,-36 1 1,-36 35 0,36 17-1,18 54 16</inkml:trace>
  <inkml:trace contextRef="#ctx0" brushRef="#br0" timeOffset="55262.33">23971 7779 0,'18'17'0,"-36"-34"0,36 70 16,0-36-16,-1 1 15,18-18 1,18-35-1,-17-54 1,-72 1 0,-34 53-1,17 35 1,0 18 0</inkml:trace>
  <inkml:trace contextRef="#ctx0" brushRef="#br0" timeOffset="56960.4">22454 9013 0,'18'0'0,"-18"18"62,0 0-62,0 17 16,53 230 15,-35-177-31,-1-18 16,1-34-16,-1 69 15,1-69 1</inkml:trace>
  <inkml:trace contextRef="#ctx0" brushRef="#br0" timeOffset="57759.24">22490 9102 0,'-18'-53'16,"36"106"-16,-36-142 0,0 37 0,1-1 15,70-36 17,35 72-17,88 70 1,-88 53 0,-52 52-1,-142 1 1,-18-106-1,-34-35 1,105-36 0,35-35-1,53 35 1,54 18 0,16 89-1,1-36 1,88 35-1,-35-71 1,-88-17 15,-36 0-15,-35 18 0,0 0 15,0-36 16,-18-17-47,1-18 15,17 35-15,-53-105 16,17-54 0,19 36-1,17 124 1,53 52 15,17 53-15,54 71-1,-19-53 1,1 17 0,-35-88-1,-36-70 1,-17-88-1,-18 34 1,0 54-16,-18-106 16,0 53-1,36 88 1,0 0-16</inkml:trace>
  <inkml:trace contextRef="#ctx0" brushRef="#br0" timeOffset="57942.56">23742 9278 0,'18'106'15,"-1"-53"-15,36 35 16,0-70 15,-229-353-31,370 670 0,-159-335 16,-229-265-16,406 530 0,-159-354 16,-36-16-1,-34 16 1,-1 54-1</inkml:trace>
  <inkml:trace contextRef="#ctx0" brushRef="#br0" timeOffset="58094.43">24148 9560 0,'0'0'0,"0"53"15,17 53-15,-105-35 16,-35-36-1,-36 18 1,88-53 0</inkml:trace>
  <inkml:trace contextRef="#ctx0" brushRef="#br0" timeOffset="58876.52">25065 9119 0,'0'0'0,"-18"0"0,18 18 16,0 53 0,0-36-16,0 0 15,0 0-15,0 1 0,0 34 0,0-35 16,0 1-16,0-19 0,0 19 15,18-1 1,-18-264 31,-18-89-16,18 265-31,36 88 31,-1 36-15,106 141 0,0-71-1,-35-71 1,-53-70 0,0-123-1,-53-1 1,0 19-1,-53-1 1,35 88 15,53 36-15</inkml:trace>
  <inkml:trace contextRef="#ctx0" brushRef="#br0" timeOffset="59411.6">26106 9331 0,'0'0'0,"35"0"0,-18 0 0,1-18 15,-36-70 1,-70 18 0,-18 52-1,18 36 1,35 70-1,36 71 17,34-89-32,89-35 15,0-52 17,-18-71-17,-35 35 1,-35 35-1,-1 53 17,36 18-17,0-53 1,18 18 0,-18-18-1,-36-18-15,19 18 16,17 0-1,-1 0 17,90 18-17,-37-18 1,37 17 0,-90-17-1</inkml:trace>
  <inkml:trace contextRef="#ctx0" brushRef="#br0" timeOffset="60809.39">21749 10742 0,'17'18'31,"19"-1"-31,-36 19 16,0-19-16,17 19 0,1 52 16,-18-53-16,18 18 0,-1 0 15,-17-18-15,18 18 0,35 88 16,-36-106-16,-17 1 15,36 70 1,-36-177 15,-53-264 1,88-53-1,89 300-16,-19 88 1,19 158 15,-124-34-15,-71-18 0,-35-36-1,18-34 1,53-36-1,141 0 17,-53 17-32,141 18 15,-53 1 1,18-1 0,-89-17-1,-17 35 1,-53-18-1,-18-18 1,18-52 15,0 18-15,-17-54 0,-54-123-1,54 141-15,-1-18 16,0-52-1,89 211 17,-36-53-32,18 54 15,106 69 1,-71-69 0,18-36-1,-53-142 1,-53-16-1,0-72 1,0 36 15,35 106-15,53 88 0,-35 35-1,18 88 1,-36-88-1,0 1 1,1-72 0,-19-17-16,18-17 15,1-72 1,-36 1 0,-53 0-1,35 70 1</inkml:trace>
  <inkml:trace contextRef="#ctx0" brushRef="#br0" timeOffset="60931.18">23813 11342 0,'17'70'16,"-34"-140"-16,34 176 0,-17-71 16,-70 71-1,-36-53 1,0-36-1</inkml:trace>
  <inkml:trace contextRef="#ctx0" brushRef="#br0" timeOffset="62359.23">25523 10866 0,'18'0'0,"-36"0"0,36-18 32,-36 18-32,-17 0 0,0 0 15,17 0-15,-17 35 0,0-17 16,-159 282 15,370 17 0,159-282 1,-282-52-32,159-301 31,-159 142-15,-36-18-1,-52 159 1,17 105-1,1 89 1,70 53 15,70-36-15,54-70 0,-1-106-1,-53-106 1,-34-70-1,-72 35 1,-140 52 0,-1 89-1,19 89 1,87-72-16,18 71 16,70-17-1,72-18 1,-72-53-1,-52-18 17,-1 18-17,-17 18 1,0 17 0,53 0-1,71-17 1,-54-53-1,36-53 1,-53 17 0,35-35-1,0 71 1,89 70 0,-54 53-1,-87-17 1,-54 52 15,-35-87-31,-53-1 31,89-35-15,122-53 0,142-106-1,-123 71 1,70-53-1,-106 70 1,-88 54 0,0 87-1,0-34-15,18 69 16,35 54 0,-53-71-1,-159 1 1,-18-72-1,72-17 1,52-17 15</inkml:trace>
  <inkml:trace contextRef="#ctx0" brushRef="#br0" timeOffset="63692.85">20796 12947 0,'-17'106'32,"34"-212"-32,-34 229 0,17-87 15,53 211 1,17 35 15,-52-212 0,-36-158-15,18-53 0,0-159-1,35 177 1,54-71-1,-1 123 1,88 36 15,-17 158-31,-106 36 32,-106 0-17,-141 0 1,106-124-1,-18-17 1,18-54 0,141 19-1,35 17 1,106 35 0,-35-17-1,123 17 1,-88-53-1,-106 1 1,0 17 15,-70 52-15,-18-34-16,0 17 16,0-17-1,-18 0-15,1-71 31,-19-53-15,19-70 0,17 34-1,-18 90-15,18 16 16,0 19 0,35 52-16,1 18 15,69 70 1,19-35-1,-54-52 1,-34-54 15,-19-70-15,-70-71 0,36 36-1,-1 34 1,71 72-1,0 17-15</inkml:trace>
  <inkml:trace contextRef="#ctx0" brushRef="#br0" timeOffset="63891.82">22789 13335 0,'18'71'0,"-36"-142"0,36 177 16,-18-71-16,-18 18 15,18-35 1,18-71-1,17-71 17,-35 18-17,0 18 1,-105 106 0</inkml:trace>
  <inkml:trace contextRef="#ctx0" brushRef="#br0" timeOffset="64112.57">23477 13917 0,'0'0'0,"18"18"0,-18 17 16,-35-35-1,-142 35-15,19-35 16,-72 18 15,177-18-31,-35-18 0</inkml:trace>
  <inkml:trace contextRef="#ctx0" brushRef="#br0" timeOffset="65145.55">24571 13035 0,'0'18'0,"-18"-18"16,18 35-16,0 36 15,0-54-15,18 107 16,70 158 15,-70-194 1,-71-176-17,-18-141 1,54 52-1,17 1 1,0 123 15,53 106-15,105 106 0,-17-1-1,124 36 1,-124-141-1,-17-53 1,-89-158 0,-53 16-1,-52-16 1,52 140 0,0-17-16,1 17 15,105 89 1,124 35-1,-71-36 17,-35-35-17,-106-35 1,-71-17 0,-158-1-1,70 53 1,88 71-1,160 0 1,-19-71 0,54-35-1,17-17 1,-124 17-16,36-36 16,-53 19-1,18 17 1,0 0 15,17 0-15,-17 0-16,87 0 15,-52 0 1,-17 0-16,105 0 16,-88 17-16</inkml:trace>
  <inkml:trace contextRef="#ctx0" brushRef="#br0" timeOffset="65294.67">26829 13705 0,'0'18'0,"0"-36"0,0 54 0,0-19 15,-88 36 1,-36-17 0,-88 16-1,107-52 1</inkml:trace>
  <inkml:trace contextRef="#ctx0" brushRef="#br0" timeOffset="66659.31">27993 12982 0,'-88'18'0,"52"0"16,1 17-16,-176 176 31,299 195 0,317-300 0,1-371 1,-300 71-17,-53-70 16,-106 211-31,0 88 16,0 106 15,53 18-15,159 88 0,88-106-1,-88-123 1,-1-106-1,-52-107 1,-88 107 0,-71 0-1,-141 53 1,53 105 0,105-52-16,19 53 15,34 17 1,72-53-1,34-35 1,-17-53 15,-88 18-15,-18 52 15,17 1-15,36-18-1,-35 0-15,52 0 16,19-18 0,-19-34-1,71-90 1,-53 72 0,18 35-1,18 52 1,-36 19-1,-53 69 17,-35-34-17,-123-1 1,52-34 0,53-36-1,54 0 1,-1 0-16,159-124 15,-88 71 1,35-52 0,-53 16-1,-105 125 17,17-19-32,52 107 15,19 87 16,-71-158-31,-35 36 16,-124-72 15,36-34-15,105 17-16,0-53 16,71 35-1,-35 18-15</inkml:trace>
  <inkml:trace contextRef="#ctx0" brushRef="#br0" timeOffset="71078.53">6650 8925 0,'0'0'0,"-53"0"16,-53 18-1,88-18-15,1 0 16,52 0 15,230 35 0,440-211 1,-458 105-32,582-105 31,-688 158-15,-70 1-1,-89 17 1,-70 35-1,-141 18 1,-124 0 0,-106 35-1,54-18 17,-36 19-17,335-54-15,-123 18 16,176-18-1,106 0 1,123-35 0,230-88-1,35-35 1,-89 35 0,72-1-1,-213 36 1,-158 53-1,-106 18 1,-246 53 0,-37-1 15,89-17-15,18-18-1,159-17 1,158-18-1,88-35 1,195-53 0,-142 35-1,-106 17 1,-70 19 0,-53-1-1,-35 0 1,0 18-1,-36 0 1</inkml:trace>
  <inkml:trace contextRef="#ctx0" brushRef="#br0" timeOffset="72143.82">10001 8114 0,'-17'0'15,"34"0"-15,-52 0 0,17 18 0,-35-18 16,36 0-16,-1 17 16,-17-17-16,17 0 0,-70 0 31,194-106 0,511-123 0,477 35 1,-777 176-17,89 71 1,-247 18 15,-36 52-31,-70-52 16,-35 17 15,-18-53-15,-71-35-16</inkml:trace>
  <inkml:trace contextRef="#ctx0" brushRef="#br0" timeOffset="72823.95">8731 7832 0,'0'0'0,"-17"0"0,-1 0 0,0 0 15,1 0-15,17-18 0,-18 18 16,18-18-16,18-52 31,387-159 1,-299 193-17,811-317 16,389 124-15,-530 194 15,-600 35-31,159 0 0,389 35 32,-283 18-17,-177 18 1,-140 17-1,-71 35 1,-53-70 0,35 35-1,0-17 1,-17-53 0,70-1-1,-18-17 1,-17 0-1,-106 0 1</inkml:trace>
  <inkml:trace contextRef="#ctx0" brushRef="#br0" timeOffset="76124.23">28575 7232 0,'0'0'0,"0"-18"15,18 36 1,-1 17 0,1 18-1,17 71-15,-35-89 16,53 229 15,-53-246-31,18 35 16,-1 0-1,36-35 1,18-36 0,17-70-1,0 17 1,-70 36 0,-18 88 15,18-18-31,-1 89 15,18-19 1,18 19 0,-17-71-1,-36-18 1</inkml:trace>
  <inkml:trace contextRef="#ctx0" brushRef="#br0" timeOffset="76539.28">29316 7003 0,'-88'-53'16,"176"106"-16,-300-177 0,-299 124 31,422 35-31,1 18 0,-176 159 15,52 211 1,212-229 0,212 142-1,264-37 1,-141-193 15,212-106-15,-265-123-1,89-265 1,-283 194 0,-141-247-1,-229 211 1,-71 160 0,106 140-1,159 19 1</inkml:trace>
  <inkml:trace contextRef="#ctx0" brushRef="#br0" timeOffset="77062.67">27922 8855 0,'0'0'16,"230"-71"0,-142 54-1,124-1 1,140-17-16,-122 17 16,211 0-1,-336 1 1,-193 52-1,-159 0 1,-17 1 0,-195-1 15,353-18-15,106 19-1,177-19 1,264-17-1,158-53 1,-316 18 0,-72 0-1,-158 17 1,-35 1 0,-53 17 15,17 0-31,-53-36 15</inkml:trace>
  <inkml:trace contextRef="#ctx1" brushRef="#br0">21110 5879 0,'0'0'0,"0"0"15,0 0-15,0 0 16,10 0 0</inkml:trace>
  <inkml:trace contextRef="#ctx0" brushRef="#br0" timeOffset="-194494.47">6932 8961 0,'-18'0'0,"1"17"16,-1-17-16,1 0 15,-36 0 17,0 0-1,35 0-31,36 0 62,35-17-46,105-19 0,-105 19-1,124-36 1,123 0 0,-71 0-1,88 0 1,-105 18-1,141-36 1,-71 18 0,-159 18-1,-17 17 1,-53 1 0,-17 17-1,-54 0 16,-88 17-15,71-17 0,-89 36-1,-87-1 1,-36 18 0,35-18-1,-70 53 1,194-70-16,-265 88 15,141-53 1,-88 52 0,230-69-1,-36-1 1,88-17 0,36-1-1,35-17 1,141-17-1,53-36 1,-177 35 0,177-35-1,88-17 1,36 17 0,-248 35-1,89-17 1,-124 0-1,0 17 1,-70 18-16,35-18 16,-18 18-1,-17 0 1,-18-17 0,-18 17 140,1 0-141,-1 0 17,0 0 108,1 0-124,-1 0 234</inkml:trace>
  <inkml:trace contextRef="#ctx0" brushRef="#br0" timeOffset="-187126.91">20761 6579 0,'0'18'0,"0"17"0,0-17 16,18-18 62,-1 0-78,107 0 16,-54 0-16,54-18 15,211-17 1,-18 0 0,-105 17 15,-124 0-16,-141 18 17,-17 0-17,35 0-15,-54 0 0</inkml:trace>
  <inkml:trace contextRef="#ctx0" brushRef="#br0" timeOffset="-184161.55">20779 6773 0,'-36'-17'16,"72"34"-16,-72-52 15,36 17 1,0 1 15,-17 17-31,-1 0 16,-17 0 0,0 0-1,17 0 1,0 0-16,18-18 109,18 18-109,17-17 16,-17 17-1,-1-18-15,36 18 16,-17-18 0,17 18-1,-18-17 1,-18 17 0,-34 0 30,-1 0-30,-52 17 0,52-17-16,-35 18 15,-17 0 1,17-18 15,35 0-15,18-18 62,-35 18-78,17 0 16,0 0-16,1 0 31,-1 0 16,18 18-32,-18-18 1,1 35-16,-1-18 16,1 19 15,-19 17-16,36-36-15,-17 19 16,-1 34 0,0-17-1,1 0 1,17 0 0,0 0-1,0 17 1,-18-17-1,-17 0 1,35-35-16,-18 35 16,-17 0-1,17-18 1,1 35 15,-1-17-15,18-17-1,0-1 1,0 0 0,18-17-16,-18 35 15,17 53 1,-17-53 0,0 35-1,0-18 1,-17 1-1,-1 35 1,18-53 0,-18 35-1,18 18 17,-17-53-32,-1 35 31,18-71-31,-18 19 15,18 17 1,-17-1 0,-1 19-1,18-18 1,-17 0 0,17-36-16,0 54 15,-18-36 1,18 36-1,0-18 1,0 53 0,-18-53-1,18 52 1,0-16 15,0 16-15,0-16-1,0-36 1,-17 52 0,-1-52-1,0 53 1,18-18 0,0-35-1,-17 35 1,17-35-1,-18-17-15,18 52 16,-18 18 0,1-36 15,17 54-15,0-36-1,-18 18 1,0 52-1,1-105 1,-1 71 0,1-18-1,-19 35 1,19-18 0,-1-35-1,0 36 1,1-18-1,-19 17 1,36-105-16,-17 88 16,-18 35-1,-1-18 17,36-87-32,-17 69 15,-19-16 1,19 34-1,-1-35 1,0 36 0,-17 17-1,18-35 1,17 17 0,0-52-1,0 17 1,-18 18-1,18-18 1,0 35 0,0-17 15,0-53-15,0-35-16,18 52 0,-1-17 31,54 18-16,-18-36 1,17-17 0,18 17-1,-17-35 1,70 18 0,-17-18-1,-19 0 1,-69 0-16,52-18 15,18 18 1,-1 0 0,1 0 15,-53 18-15,18-18-16,-18 17 31,35 1-16,0 17 1,-35-17 0,-35-18-16,52 35 15,-17-17 1,18-1 0,-54-17-16,19 18 15,17 0-15,17-1 16,1 1-1,-18-18 1,-36 18 0,-52-18 31,17 0-32,-17 0-15,17 0 16,1 0-16,-54 0 15,18-36 1,36 19-16</inkml:trace>
  <inkml:trace contextRef="#ctx0" brushRef="#br0" timeOffset="-181664.41">20549 15628 0,'0'0'0,"18"-35"16,-18 17-16,0 1 16,-35 17-16,35-18 0,-106 0 31,88 18-31,-141 177 31,107 122 0,246-122 1,-36-142-17,89-17 16,-123-53-15,-107 17-16</inkml:trace>
  <inkml:trace contextRef="#ctx0" brushRef="#br0" timeOffset="-181413.33">21008 15734 0,'18'-35'0,"-36"70"0,36-88 15,-18 106 17,0-35-32,17 17 0,1 71 15,70 88 1,-35-53 0,-18-71 15,-17-17-16,0-123 1</inkml:trace>
  <inkml:trace contextRef="#ctx0" brushRef="#br0" timeOffset="-181147.48">21396 15928 0,'18'-35'0,"-1"-18"16,-87 229-16,158-370 0,-88 176 0,-53 142 0,124-248 15,-71 107 1,0 52-16,-36-17 15,-34 88 1,-1-18 0,54-18-1,52 1 1,71-36 0,158 0 15,-70 1-16,-106-19 1,-52 19 0,-36-19-16</inkml:trace>
  <inkml:trace contextRef="#ctx0" brushRef="#br0" timeOffset="-180843.57">20302 16704 0,'-53'18'0,"106"-36"0,-176 53 0,-36 18 15,124-53-15,0 18 16,88 0 0,141-1 15,123-17-16,-70-17 1,70 17 0,-52 0-1,-194 17 1,-124-17 0,17 18-16</inkml:trace>
  <inkml:trace contextRef="#ctx0" brushRef="#br0" timeOffset="-180595.47">20302 16969 0,'-88'17'0,"176"-34"16,-458 70-16,317-53 0,0 35 31,124-35-31,211 0 16,18 0-1,211 0 16,-264 0-15,-35 17 0,-159-17-1,-36 0 1,1-35 0</inkml:trace>
  <inkml:trace contextRef="#ctx0" brushRef="#br0" timeOffset="-179844.25">22472 16157 0,'-18'-17'16,"36"34"-16,-53-34 0,35-1 15,-18 18 1,36 0 15,-1 0-15,89 18-1,141-1 1,-176-17-16,229 36 16,-106-1-1,35-18 17,-176-17-32,-18 0 31,-70-35-16,-89-35 1,1 17 0,70 35-1,35 0 1,54 18 0,87 36-1,-70-1-15,53-17 16,53 35-1,-89-18 1,-70-18 0,-88 36-1,-18-17 17,0-1-32,-35 0 15,106 0 16,17-17-15,18-36 47,-17 18-63,-1-17 15</inkml:trace>
  <inkml:trace contextRef="#ctx0" brushRef="#br0" timeOffset="-165995.25">24448 16422 0,'0'-53'0,"0"106"0,0-194 0,0 88 0,0 18 16,17-1-16,-17 1 0,53-36 15,53-17 1,-71 88-16,265 53 31,-318 141 16,-317-141-16,229-53-15,89 0 0,52 35-1,53 18 1,18 18-1,-71-54-15,71 36 16,71 53 0,-72-53-1,-16-53 1</inkml:trace>
  <inkml:trace contextRef="#ctx0" brushRef="#br0" timeOffset="-165315.98">25453 16369 0,'-18'0'0,"-35"70"31,53-34-31,0-1 16,-17 88 0,17-34-1,0-19 1,0-52-16,-36-71 31,1-71-15,35-34-1,35-72 1,-17 178-16,0-54 16,-18 70-1,35 107 1,18 35-1,70 141 17,-34-89-17,-1-69 1,0-72 0,-53-87-1,36-142 1,-36 89-1,0-1 1,-17 89 0,-18 53-1,18 105 1,-1 18 0,19-53-1,16-17 16,1-36-31,36-105 32,-54-19-17,-17-52 1,-36 53 0,-53 53-1,18 70 1,0 18-16,18-18 0</inkml:trace>
  <inkml:trace contextRef="#ctx0" brushRef="#br0" timeOffset="-165079.41">24783 17074 0,'-71'0'0,"142"0"0,-160 0 15,125-17-15,-1 17 16,53 0-16,-35-18 16,159 18-1,105 0 1,-34 0 0,-231 0-1,-87 18-15</inkml:trace>
  <inkml:trace contextRef="#ctx0" brushRef="#br0" timeOffset="-164832.68">24836 17180 0,'-177'18'0,"71"0"15,741-107-15,-1323 213 16,1024-195-16,-636 159 0,476-52 16,195-19-1,17 1 1,-106-18 15,-194 0-31,159 0 16,-124 18-1,-105-18 1,-53 0 0,-89 17-1,54-17-15</inkml:trace>
  <inkml:trace contextRef="#ctx0" brushRef="#br0" timeOffset="-162479.32">22190 8396 0,'-18'0'15,"36"0"-15,-71 0 0,35 0 16,18-18 0,18 18-1,-1 0-15,125-17 16,-19-1-1,406 1 17,-423 17-32,670 0 31,-388 0-15,-53 0-1,-176 0 1,-124 0-1,-88-18 17,18 18-32,-88 0 15,-107 0 1,-193 18 0,106-1-1,-107 1 1,-140-1 15,493 1-15,1-18-16,-107 18 15,142-18 1,106 0 0,70 17-1,194-17 1,123-17-1,54 17 1,-177 17 0,18-17-1,-106 0 1,-159 0 0,-70 0 15,-54 0-16,-17 0 1,-35 0 0,-123 0-1,-160 0 1,-35 0 0,-17 18-1,106-18 1,-36 35-1,106-17 1,212-18 0,52 0-1,107 0 1,176-18 0,88 1-1,53 17 16,-18 17-15,-247-17 0,177 18-1,-194 0 1,0-18 0,-89 0-1,-52 0 1,-1-18-1,-34 18 32,-54 0-31,54-18-16,-19 18 16</inkml:trace>
  <inkml:trace contextRef="#ctx0" brushRef="#br0" timeOffset="-160295.75">22366 10089 0,'-35'0'0,"0"-17"15,17 17 1,0 0 0,89 0 15,-54 0-31,301 35 31,-36-17 0,71-18-31,-71 17 32,124 19-32,70 17 31,-299-36-15,281 36-1,-193-53 1,123 18-1,-194-18 1,35 0 0,-35-18-1,0 18 1,-53-18 0,0 18-1,106 18 16,-70 0-15,-89-18 0,0 17-1,-70-17 1,-1 0 0,-34 0 15,-19 0-31,-69 0 15,-72-17 1,-105-1 0,17 0-1,177 18-15,-229-35 16,105 35 0,0 0-1,-52 18 16,87-18-15,107 0-16,-106 0 16,-36 0-1,18 0 1,53 0 0,17 0-1,-52 0 1,70 17-1,-35-17 1,35 18 0,-88-18-1,53 0 1,17 18 0,-70-1-1,71-17 1,-71 36 15,53-19-31,53-17 31,17 18-15,53-18-16,1 0 16,-18 0-1,52-18 32</inkml:trace>
  <inkml:trace contextRef="#ctx0" brushRef="#br0" timeOffset="-158948.39">23125 10248 0,'0'18'0,"0"-36"0,-18 36 31,0-18-15,-123 17 15,88-17-31,-123-35 31,-36-71 1,106 36-17,1-18 1,34-36-1,18 36 17,0-36-17,-17 1 1,34-53 0,36 35-1,53 35 1,88-71-1,-52 89 1,-1 18 0,18-19-1,-1 19 1,89 35 0,-35 17-1,53 18 1,-18 0 15,18 18-15,-71-1-1,35 18 1,53 1 0,-105-1-1,52 0 1,-140-35-16,52 36 15,-18-1 1,-52-35-16,35 35 16,-36-17-16,19-1 15,70 89 1,17 0 0,-52-18-1,-36 106 1,-35-70-1,-35 17 17,-18-53-17,-18 18 1,18-53 0,18-18-16,-53 0 15,-18 18 1,18-17-1,-18-1 1,18-18 0,-1-17-1,-34-17 1,0-1 0,34 18-1,72 0-15</inkml:trace>
  <inkml:trace contextRef="#ctx0" brushRef="#br0" timeOffset="-157630.56">21184 11906 0,'0'0'0,"-17"0"0,-1 0 16,0 0-16,1 0 15,34 0 17,54 0-32,194 36 31,370-1 0,-406-18-31,476 1 31,-581-18-31,670 53 32,-371-53-17,53 0 1,-211 0 0,-36 0-1,106-18 16,-141 1-31,53-1 32,71 0-17,-89 18 1,-53 0 0,-105 0-16,123 0 15,0 0 1,124 18-1,70 17 1,-36 1 0,-246-19-1,88 1 1,-141-18 0,53 18-16,53-18 15,-18 0 16,-124-18-31,72 18 0,-54-18 32,-70-17-32,-124-36 15</inkml:trace>
  <inkml:trace contextRef="#ctx0" brushRef="#br0" timeOffset="-156449.36">22754 11942 0,'-35'17'0,"70"-34"0,-105 34 15,52 1-15,-17-1 0,-18-17 0,35 18 16,1-18-16,-19 0 0,19 18 16,-1-18-16,-35 17 0,18 1 15,-1-18-15,1 0 16,-18 18-16,-141-18 31,-229-141 0,70-53 1,300 176-32,-158-229 31,158 141-15,17-53-1,89 1 1,53 52-1,18 18 1,-71 52 0,105-34-1,107-36 1,35 18 0,-177 52-1,89-34 1,-89 35-1,-87 35-15,158-18 16,53 18 0,-53 35-1,35 18 1,-53-18 0,89 18-1,-1 18 1,-105-18-1,53 17 17,-36 19-17,-70-19 1,-71-52-16,36 70 16,-18 35-1,-18 36 1,-17-35-1,-18-36 1,-53 0 0,-53 0-1,-35-17 1,-71-18 0,1-18-1,140-35 1</inkml:trace>
  <inkml:trace contextRef="#ctx0" brushRef="#br0" timeOffset="-155017.22">20990 14270 0,'-17'-18'16,"34"36"-16,-52-53 0,0 17 0,17 0 16,0 18-16,18-17 0,-17 17 15,-1-18-15,53 18 47,-17-35-47,106-1 31,-72 19-31,442-36 32,-158 53-17,-37 0 1,142 18-1,-106-1 1,212 18 0,-141-17-1,-53 17 1,-36-17 0,-52 0-1,105-1 1,71 19 15,-194-19-15,35 19-1,-52-1 1,193 0 0,-35-17-1,-88-1 1,194 1-1,-212-18 1,36 0 0,-1-35-1,-35 17 1,89-35 0,-230 36-1,194-1 1,-70 18-1,-54-18 1,36 18 15,-176 0-31,87 0 16,72 0 0,-54-17-1,-123 17 1,35-18-1,-123 18 1,-71-18 0,-53 1-1</inkml:trace>
  <inkml:trace contextRef="#ctx0" brushRef="#br0" timeOffset="-153661.34">21960 14023 0,'0'18'15,"0"-36"-15,18 53 0,-18-17 0,0-1 16,-18 1-1,1-18-15,-18 18 16,-36 17 0,53-35-1,-176-35 17,-123-36-1,-248-52 0,389 70-15,88-53-1,70 18 1,36-89 0,105-70-1,-52 124 1,17 17 15,18 36-15,0-1-1,-1 0 1,90-34 0,16 34-1,-17 36 1,-141 17-16,124 1 15,34-1 1,-17 18 0,36 0-1,-72 18 1,-87-18-16,105 17 16,36 18-1,17 1 1,-88-1 15,-53 0-31,89 18 16,17 18-1,-53-18 1,35 17 0,-140-52-16,34 17 15,-17 53 1,-88 53-1,-36-35 1,-35 18 0,18-54-1,-88 36 1,-142 0 0,107-53-1,-36 35 1,88-35 15,36 35-31</inkml:trace>
  <inkml:trace contextRef="#ctx0" brushRef="#br0" timeOffset="-152249.39">24377 17392 0,'0'0'0,"-18"-18"0,1 1 0,-1 17 15,-35-53 17,194 35-1,353-35 0,-406 53-31,459-53 31,-388 36-15,-124 17 0,-105 0-1,-195 35 1,53-17 15,54-1-31,-19-17 16,-52 18-16,158-1 31,107-17-15,175 0-1,248-35 1,-106 18-1,-212-1 1,-88 18 0,-230 18-1,-264 17 1,247-18 0,-211 1-1,316 0 1,213 17-1,123-35 1,211-18 15,-34 1-15,-195-19 0,-105 19-1,-177-18 1,-106-1-1,-35 19 1,88-1 0,71 18-1,70 0-15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4978"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a:defRPr sz="1300">
                <a:latin typeface="Times New Roman" pitchFamily="18" charset="0"/>
              </a:defRPr>
            </a:lvl1pPr>
          </a:lstStyle>
          <a:p>
            <a:endParaRPr lang="en-US"/>
          </a:p>
        </p:txBody>
      </p:sp>
      <p:sp>
        <p:nvSpPr>
          <p:cNvPr id="254979"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atin typeface="Times New Roman" pitchFamily="18" charset="0"/>
              </a:defRPr>
            </a:lvl1pPr>
          </a:lstStyle>
          <a:p>
            <a:endParaRPr lang="en-US"/>
          </a:p>
        </p:txBody>
      </p:sp>
      <p:sp>
        <p:nvSpPr>
          <p:cNvPr id="254980"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a:effectLst/>
        </p:spPr>
      </p:sp>
      <p:sp>
        <p:nvSpPr>
          <p:cNvPr id="254981"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4982"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a:defRPr sz="1300">
                <a:latin typeface="Times New Roman" pitchFamily="18" charset="0"/>
              </a:defRPr>
            </a:lvl1pPr>
          </a:lstStyle>
          <a:p>
            <a:endParaRPr lang="en-US"/>
          </a:p>
        </p:txBody>
      </p:sp>
      <p:sp>
        <p:nvSpPr>
          <p:cNvPr id="254983"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atin typeface="Times New Roman" pitchFamily="18" charset="0"/>
              </a:defRPr>
            </a:lvl1pPr>
          </a:lstStyle>
          <a:p>
            <a:fld id="{D542EEDB-6390-4FC4-AD2A-1690062E764F}"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angal" pitchFamily="2" charset="0"/>
      </a:defRPr>
    </a:lvl1pPr>
    <a:lvl2pPr marL="457200" algn="l" rtl="0" fontAlgn="base">
      <a:spcBef>
        <a:spcPct val="30000"/>
      </a:spcBef>
      <a:spcAft>
        <a:spcPct val="0"/>
      </a:spcAft>
      <a:defRPr sz="1200" kern="1200">
        <a:solidFill>
          <a:schemeClr val="tx1"/>
        </a:solidFill>
        <a:latin typeface="Times New Roman" pitchFamily="18" charset="0"/>
        <a:ea typeface="+mn-ea"/>
        <a:cs typeface="Mangal" pitchFamily="2" charset="0"/>
      </a:defRPr>
    </a:lvl2pPr>
    <a:lvl3pPr marL="914400" algn="l" rtl="0" fontAlgn="base">
      <a:spcBef>
        <a:spcPct val="30000"/>
      </a:spcBef>
      <a:spcAft>
        <a:spcPct val="0"/>
      </a:spcAft>
      <a:defRPr sz="1200" kern="1200">
        <a:solidFill>
          <a:schemeClr val="tx1"/>
        </a:solidFill>
        <a:latin typeface="Times New Roman" pitchFamily="18" charset="0"/>
        <a:ea typeface="+mn-ea"/>
        <a:cs typeface="Mangal" pitchFamily="2" charset="0"/>
      </a:defRPr>
    </a:lvl3pPr>
    <a:lvl4pPr marL="1371600" algn="l" rtl="0" fontAlgn="base">
      <a:spcBef>
        <a:spcPct val="30000"/>
      </a:spcBef>
      <a:spcAft>
        <a:spcPct val="0"/>
      </a:spcAft>
      <a:defRPr sz="1200" kern="1200">
        <a:solidFill>
          <a:schemeClr val="tx1"/>
        </a:solidFill>
        <a:latin typeface="Times New Roman" pitchFamily="18" charset="0"/>
        <a:ea typeface="+mn-ea"/>
        <a:cs typeface="Mangal" pitchFamily="2" charset="0"/>
      </a:defRPr>
    </a:lvl4pPr>
    <a:lvl5pPr marL="1828800" algn="l" rtl="0" fontAlgn="base">
      <a:spcBef>
        <a:spcPct val="30000"/>
      </a:spcBef>
      <a:spcAft>
        <a:spcPct val="0"/>
      </a:spcAft>
      <a:defRPr sz="1200" kern="1200">
        <a:solidFill>
          <a:schemeClr val="tx1"/>
        </a:solidFill>
        <a:latin typeface="Times New Roman" pitchFamily="18" charset="0"/>
        <a:ea typeface="+mn-ea"/>
        <a:cs typeface="Mangal" pitchFamily="2"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A01C4-2DC7-A8D5-0982-27C03FBAAA33}"/>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8DA8ED00-39CE-9C28-1B70-8EB4BE08AE78}"/>
              </a:ext>
            </a:extLst>
          </p:cNvPr>
          <p:cNvSpPr>
            <a:spLocks noGrp="1" noChangeArrowheads="1"/>
          </p:cNvSpPr>
          <p:nvPr>
            <p:ph type="sldNum" sz="quarter" idx="5"/>
          </p:nvPr>
        </p:nvSpPr>
        <p:spPr>
          <a:ln/>
        </p:spPr>
        <p:txBody>
          <a:bodyPr/>
          <a:lstStyle/>
          <a:p>
            <a:fld id="{BB79F177-7C54-4E19-A294-8387A8C98E27}" type="slidenum">
              <a:rPr lang="en-US"/>
              <a:pPr/>
              <a:t>2</a:t>
            </a:fld>
            <a:endParaRPr lang="en-US"/>
          </a:p>
        </p:txBody>
      </p:sp>
      <p:sp>
        <p:nvSpPr>
          <p:cNvPr id="339970" name="Rectangle 2">
            <a:extLst>
              <a:ext uri="{FF2B5EF4-FFF2-40B4-BE49-F238E27FC236}">
                <a16:creationId xmlns:a16="http://schemas.microsoft.com/office/drawing/2014/main" id="{AEEC6EF8-F293-AC0C-C06F-12CF2AC5DAB4}"/>
              </a:ext>
            </a:extLst>
          </p:cNvPr>
          <p:cNvSpPr>
            <a:spLocks noGrp="1" noRot="1" noChangeAspect="1" noChangeArrowheads="1" noTextEdit="1"/>
          </p:cNvSpPr>
          <p:nvPr>
            <p:ph type="sldImg"/>
          </p:nvPr>
        </p:nvSpPr>
        <p:spPr>
          <a:xfrm>
            <a:off x="457200" y="720725"/>
            <a:ext cx="6400800" cy="3600450"/>
          </a:xfrm>
          <a:ln/>
        </p:spPr>
      </p:sp>
      <p:sp>
        <p:nvSpPr>
          <p:cNvPr id="339971" name="Rectangle 3">
            <a:extLst>
              <a:ext uri="{FF2B5EF4-FFF2-40B4-BE49-F238E27FC236}">
                <a16:creationId xmlns:a16="http://schemas.microsoft.com/office/drawing/2014/main" id="{BD2E5D79-C963-246D-F32B-D0C414E6F05A}"/>
              </a:ext>
            </a:extLst>
          </p:cNvPr>
          <p:cNvSpPr>
            <a:spLocks noGrp="1" noChangeArrowheads="1"/>
          </p:cNvSpPr>
          <p:nvPr>
            <p:ph type="body" idx="1"/>
          </p:nvPr>
        </p:nvSpPr>
        <p:spPr/>
        <p:txBody>
          <a:bodyPr/>
          <a:lstStyle/>
          <a:p>
            <a:endParaRPr lang="hi-IN"/>
          </a:p>
        </p:txBody>
      </p:sp>
    </p:spTree>
    <p:extLst>
      <p:ext uri="{BB962C8B-B14F-4D97-AF65-F5344CB8AC3E}">
        <p14:creationId xmlns:p14="http://schemas.microsoft.com/office/powerpoint/2010/main" val="1834102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E4123-197B-2CDD-F36B-27B626D73BFE}"/>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AF5D8F56-A5E4-4B0C-7A5E-E21BE0DC78CF}"/>
              </a:ext>
            </a:extLst>
          </p:cNvPr>
          <p:cNvSpPr>
            <a:spLocks noGrp="1" noChangeArrowheads="1"/>
          </p:cNvSpPr>
          <p:nvPr>
            <p:ph type="sldNum" sz="quarter" idx="5"/>
          </p:nvPr>
        </p:nvSpPr>
        <p:spPr>
          <a:ln/>
        </p:spPr>
        <p:txBody>
          <a:bodyPr/>
          <a:lstStyle/>
          <a:p>
            <a:fld id="{BB79F177-7C54-4E19-A294-8387A8C98E27}" type="slidenum">
              <a:rPr lang="en-US"/>
              <a:pPr/>
              <a:t>3</a:t>
            </a:fld>
            <a:endParaRPr lang="en-US"/>
          </a:p>
        </p:txBody>
      </p:sp>
      <p:sp>
        <p:nvSpPr>
          <p:cNvPr id="339970" name="Rectangle 2">
            <a:extLst>
              <a:ext uri="{FF2B5EF4-FFF2-40B4-BE49-F238E27FC236}">
                <a16:creationId xmlns:a16="http://schemas.microsoft.com/office/drawing/2014/main" id="{9A470183-5E1C-74AC-54A5-6288D612FAFD}"/>
              </a:ext>
            </a:extLst>
          </p:cNvPr>
          <p:cNvSpPr>
            <a:spLocks noGrp="1" noRot="1" noChangeAspect="1" noChangeArrowheads="1" noTextEdit="1"/>
          </p:cNvSpPr>
          <p:nvPr>
            <p:ph type="sldImg"/>
          </p:nvPr>
        </p:nvSpPr>
        <p:spPr>
          <a:xfrm>
            <a:off x="457200" y="720725"/>
            <a:ext cx="6400800" cy="3600450"/>
          </a:xfrm>
          <a:ln/>
        </p:spPr>
      </p:sp>
      <p:sp>
        <p:nvSpPr>
          <p:cNvPr id="339971" name="Rectangle 3">
            <a:extLst>
              <a:ext uri="{FF2B5EF4-FFF2-40B4-BE49-F238E27FC236}">
                <a16:creationId xmlns:a16="http://schemas.microsoft.com/office/drawing/2014/main" id="{DE54B47F-6B2F-3E6A-3A1B-AA4CB72C4B3D}"/>
              </a:ext>
            </a:extLst>
          </p:cNvPr>
          <p:cNvSpPr>
            <a:spLocks noGrp="1" noChangeArrowheads="1"/>
          </p:cNvSpPr>
          <p:nvPr>
            <p:ph type="body" idx="1"/>
          </p:nvPr>
        </p:nvSpPr>
        <p:spPr/>
        <p:txBody>
          <a:bodyPr/>
          <a:lstStyle/>
          <a:p>
            <a:endParaRPr lang="hi-IN"/>
          </a:p>
        </p:txBody>
      </p:sp>
    </p:spTree>
    <p:extLst>
      <p:ext uri="{BB962C8B-B14F-4D97-AF65-F5344CB8AC3E}">
        <p14:creationId xmlns:p14="http://schemas.microsoft.com/office/powerpoint/2010/main" val="674412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79F177-7C54-4E19-A294-8387A8C98E27}" type="slidenum">
              <a:rPr lang="en-US"/>
              <a:pPr/>
              <a:t>4</a:t>
            </a:fld>
            <a:endParaRPr lang="en-US"/>
          </a:p>
        </p:txBody>
      </p:sp>
      <p:sp>
        <p:nvSpPr>
          <p:cNvPr id="339970" name="Rectangle 2"/>
          <p:cNvSpPr>
            <a:spLocks noGrp="1" noRot="1" noChangeAspect="1" noChangeArrowheads="1" noTextEdit="1"/>
          </p:cNvSpPr>
          <p:nvPr>
            <p:ph type="sldImg"/>
          </p:nvPr>
        </p:nvSpPr>
        <p:spPr>
          <a:xfrm>
            <a:off x="457200" y="720725"/>
            <a:ext cx="6400800" cy="3600450"/>
          </a:xfrm>
          <a:ln/>
        </p:spPr>
      </p:sp>
      <p:sp>
        <p:nvSpPr>
          <p:cNvPr id="339971" name="Rectangle 3"/>
          <p:cNvSpPr>
            <a:spLocks noGrp="1" noChangeArrowheads="1"/>
          </p:cNvSpPr>
          <p:nvPr>
            <p:ph type="body" idx="1"/>
          </p:nvPr>
        </p:nvSpPr>
        <p:spPr/>
        <p:txBody>
          <a:bodyPr/>
          <a:lstStyle/>
          <a:p>
            <a:endParaRPr lang="hi-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EEDB-6390-4FC4-AD2A-1690062E764F}" type="slidenum">
              <a:rPr lang="en-US" smtClean="0"/>
              <a:pPr/>
              <a:t>25</a:t>
            </a:fld>
            <a:endParaRPr lang="en-US"/>
          </a:p>
        </p:txBody>
      </p:sp>
    </p:spTree>
    <p:extLst>
      <p:ext uri="{BB962C8B-B14F-4D97-AF65-F5344CB8AC3E}">
        <p14:creationId xmlns:p14="http://schemas.microsoft.com/office/powerpoint/2010/main" val="3631650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27F1B0-B73C-4184-9190-598DCDA4F2E5}" type="slidenum">
              <a:rPr lang="en-US"/>
              <a:pPr/>
              <a:t>34</a:t>
            </a:fld>
            <a:endParaRPr lang="en-US"/>
          </a:p>
        </p:txBody>
      </p:sp>
      <p:sp>
        <p:nvSpPr>
          <p:cNvPr id="361474" name="Rectangle 2"/>
          <p:cNvSpPr>
            <a:spLocks noGrp="1" noRot="1" noChangeAspect="1" noChangeArrowheads="1" noTextEdit="1"/>
          </p:cNvSpPr>
          <p:nvPr>
            <p:ph type="sldImg"/>
          </p:nvPr>
        </p:nvSpPr>
        <p:spPr>
          <a:xfrm>
            <a:off x="457200" y="720725"/>
            <a:ext cx="6400800" cy="3600450"/>
          </a:xfrm>
          <a:ln/>
        </p:spPr>
      </p:sp>
      <p:sp>
        <p:nvSpPr>
          <p:cNvPr id="361475" name="Rectangle 3"/>
          <p:cNvSpPr>
            <a:spLocks noGrp="1" noChangeArrowheads="1"/>
          </p:cNvSpPr>
          <p:nvPr>
            <p:ph type="body" idx="1"/>
          </p:nvPr>
        </p:nvSpPr>
        <p:spPr/>
        <p:txBody>
          <a:bodyPr/>
          <a:lstStyle/>
          <a:p>
            <a:endParaRPr lang="hi-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7C74BD-6008-4905-801C-8338012AADD9}" type="slidenum">
              <a:rPr lang="en-US"/>
              <a:pPr/>
              <a:t>35</a:t>
            </a:fld>
            <a:endParaRPr lang="en-US"/>
          </a:p>
        </p:txBody>
      </p:sp>
      <p:sp>
        <p:nvSpPr>
          <p:cNvPr id="363522" name="Rectangle 2"/>
          <p:cNvSpPr>
            <a:spLocks noGrp="1" noRot="1" noChangeAspect="1" noChangeArrowheads="1" noTextEdit="1"/>
          </p:cNvSpPr>
          <p:nvPr>
            <p:ph type="sldImg"/>
          </p:nvPr>
        </p:nvSpPr>
        <p:spPr>
          <a:xfrm>
            <a:off x="457200" y="720725"/>
            <a:ext cx="6400800" cy="3600450"/>
          </a:xfrm>
          <a:ln/>
        </p:spPr>
      </p:sp>
      <p:sp>
        <p:nvSpPr>
          <p:cNvPr id="363523" name="Rectangle 3"/>
          <p:cNvSpPr>
            <a:spLocks noGrp="1" noChangeArrowheads="1"/>
          </p:cNvSpPr>
          <p:nvPr>
            <p:ph type="body" idx="1"/>
          </p:nvPr>
        </p:nvSpPr>
        <p:spPr/>
        <p:txBody>
          <a:bodyPr/>
          <a:lstStyle/>
          <a:p>
            <a:endParaRPr lang="hi-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F677AC-35C0-412C-8861-7F115B6777DC}" type="slidenum">
              <a:rPr lang="en-US"/>
              <a:pPr/>
              <a:t>36</a:t>
            </a:fld>
            <a:endParaRPr lang="en-US"/>
          </a:p>
        </p:txBody>
      </p:sp>
      <p:sp>
        <p:nvSpPr>
          <p:cNvPr id="364546" name="Rectangle 2"/>
          <p:cNvSpPr>
            <a:spLocks noGrp="1" noRot="1" noChangeAspect="1" noChangeArrowheads="1" noTextEdit="1"/>
          </p:cNvSpPr>
          <p:nvPr>
            <p:ph type="sldImg"/>
          </p:nvPr>
        </p:nvSpPr>
        <p:spPr>
          <a:xfrm>
            <a:off x="457200" y="720725"/>
            <a:ext cx="6400800" cy="3600450"/>
          </a:xfrm>
          <a:ln/>
        </p:spPr>
      </p:sp>
      <p:sp>
        <p:nvSpPr>
          <p:cNvPr id="364547" name="Rectangle 3"/>
          <p:cNvSpPr>
            <a:spLocks noGrp="1" noChangeArrowheads="1"/>
          </p:cNvSpPr>
          <p:nvPr>
            <p:ph type="body" idx="1"/>
          </p:nvPr>
        </p:nvSpPr>
        <p:spPr/>
        <p:txBody>
          <a:bodyPr/>
          <a:lstStyle/>
          <a:p>
            <a:endParaRPr lang="hi-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5074E3-F7CE-49CE-9CA3-3A0BAB14CE0E}" type="slidenum">
              <a:rPr lang="en-US"/>
              <a:pPr/>
              <a:t>37</a:t>
            </a:fld>
            <a:endParaRPr lang="en-US"/>
          </a:p>
        </p:txBody>
      </p:sp>
      <p:sp>
        <p:nvSpPr>
          <p:cNvPr id="365570" name="Rectangle 2"/>
          <p:cNvSpPr>
            <a:spLocks noGrp="1" noRot="1" noChangeAspect="1" noChangeArrowheads="1" noTextEdit="1"/>
          </p:cNvSpPr>
          <p:nvPr>
            <p:ph type="sldImg"/>
          </p:nvPr>
        </p:nvSpPr>
        <p:spPr>
          <a:xfrm>
            <a:off x="457200" y="720725"/>
            <a:ext cx="6400800" cy="3600450"/>
          </a:xfrm>
          <a:ln/>
        </p:spPr>
      </p:sp>
      <p:sp>
        <p:nvSpPr>
          <p:cNvPr id="365571" name="Rectangle 3"/>
          <p:cNvSpPr>
            <a:spLocks noGrp="1" noChangeArrowheads="1"/>
          </p:cNvSpPr>
          <p:nvPr>
            <p:ph type="body" idx="1"/>
          </p:nvPr>
        </p:nvSpPr>
        <p:spPr/>
        <p:txBody>
          <a:bodyPr/>
          <a:lstStyle/>
          <a:p>
            <a:endParaRPr lang="hi-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21250" name="Group 2"/>
          <p:cNvGrpSpPr>
            <a:grpSpLocks/>
          </p:cNvGrpSpPr>
          <p:nvPr/>
        </p:nvGrpSpPr>
        <p:grpSpPr bwMode="auto">
          <a:xfrm>
            <a:off x="0" y="927100"/>
            <a:ext cx="11988800" cy="4495800"/>
            <a:chOff x="0" y="584"/>
            <a:chExt cx="5664" cy="2832"/>
          </a:xfrm>
        </p:grpSpPr>
        <p:sp>
          <p:nvSpPr>
            <p:cNvPr id="821251" name="AutoShape 3"/>
            <p:cNvSpPr>
              <a:spLocks noChangeArrowheads="1"/>
            </p:cNvSpPr>
            <p:nvPr userDrawn="1"/>
          </p:nvSpPr>
          <p:spPr bwMode="auto">
            <a:xfrm>
              <a:off x="432" y="1304"/>
              <a:ext cx="4656" cy="2112"/>
            </a:xfrm>
            <a:prstGeom prst="roundRect">
              <a:avLst>
                <a:gd name="adj" fmla="val 16667"/>
              </a:avLst>
            </a:prstGeom>
            <a:noFill/>
            <a:ln w="50800">
              <a:solidFill>
                <a:schemeClr val="bg2"/>
              </a:solidFill>
              <a:round/>
              <a:headEnd/>
              <a:tailEnd/>
            </a:ln>
            <a:effectLst/>
          </p:spPr>
          <p:txBody>
            <a:bodyPr wrap="none" anchor="ctr"/>
            <a:lstStyle/>
            <a:p>
              <a:endParaRPr lang="hi-IN" sz="2400">
                <a:latin typeface="Times New Roman" pitchFamily="18" charset="0"/>
              </a:endParaRPr>
            </a:p>
          </p:txBody>
        </p:sp>
        <p:sp>
          <p:nvSpPr>
            <p:cNvPr id="821252" name="Rectangle 4"/>
            <p:cNvSpPr>
              <a:spLocks noChangeArrowheads="1"/>
            </p:cNvSpPr>
            <p:nvPr userDrawn="1"/>
          </p:nvSpPr>
          <p:spPr bwMode="blackWhite">
            <a:xfrm>
              <a:off x="144" y="584"/>
              <a:ext cx="4512" cy="624"/>
            </a:xfrm>
            <a:prstGeom prst="rect">
              <a:avLst/>
            </a:prstGeom>
            <a:solidFill>
              <a:schemeClr val="bg1"/>
            </a:solidFill>
            <a:ln w="57150">
              <a:solidFill>
                <a:schemeClr val="bg2"/>
              </a:solidFill>
              <a:miter lim="800000"/>
              <a:headEnd/>
              <a:tailEnd/>
            </a:ln>
            <a:effectLst/>
          </p:spPr>
          <p:txBody>
            <a:bodyPr wrap="none" anchor="ctr"/>
            <a:lstStyle/>
            <a:p>
              <a:endParaRPr lang="hi-IN" sz="2400">
                <a:latin typeface="Times New Roman" pitchFamily="18" charset="0"/>
              </a:endParaRPr>
            </a:p>
          </p:txBody>
        </p:sp>
        <p:sp>
          <p:nvSpPr>
            <p:cNvPr id="821253" name="AutoShape 5"/>
            <p:cNvSpPr>
              <a:spLocks noChangeArrowheads="1"/>
            </p:cNvSpPr>
            <p:nvPr userDrawn="1"/>
          </p:nvSpPr>
          <p:spPr bwMode="blackWhite">
            <a:xfrm>
              <a:off x="0" y="872"/>
              <a:ext cx="5664" cy="1152"/>
            </a:xfrm>
            <a:custGeom>
              <a:avLst/>
              <a:gdLst>
                <a:gd name="G0" fmla="+- 1000 0 0"/>
                <a:gd name="G1" fmla="+- 1000 0 0"/>
                <a:gd name="G2" fmla="+- G0 0 G1"/>
                <a:gd name="G3" fmla="*/ G1 1 2"/>
                <a:gd name="G4" fmla="+- G0 0 G3"/>
                <a:gd name="T0" fmla="*/ 0 w 1000"/>
                <a:gd name="T1" fmla="*/ 0 h 1000"/>
                <a:gd name="T2" fmla="*/ G4 w 1000"/>
                <a:gd name="T3" fmla="*/ G1 h 1000"/>
              </a:gdLst>
              <a:ahLst/>
              <a:cxnLst>
                <a:cxn ang="0">
                  <a:pos x="0" y="0"/>
                </a:cxn>
                <a:cxn ang="0">
                  <a:pos x="4416" y="0"/>
                </a:cxn>
                <a:cxn ang="0">
                  <a:pos x="4917" y="500"/>
                </a:cxn>
                <a:cxn ang="0">
                  <a:pos x="4417" y="1000"/>
                </a:cxn>
                <a:cxn ang="0">
                  <a:pos x="0" y="1000"/>
                </a:cxn>
              </a:cxnLst>
              <a:rect l="T0" t="T1" r="T2" b="T3"/>
              <a:pathLst>
                <a:path w="4917" h="1000">
                  <a:moveTo>
                    <a:pt x="0" y="0"/>
                  </a:moveTo>
                  <a:lnTo>
                    <a:pt x="4416" y="0"/>
                  </a:lnTo>
                  <a:cubicBezTo>
                    <a:pt x="4693" y="0"/>
                    <a:pt x="4917" y="223"/>
                    <a:pt x="4917" y="500"/>
                  </a:cubicBezTo>
                  <a:cubicBezTo>
                    <a:pt x="4917" y="776"/>
                    <a:pt x="4693" y="999"/>
                    <a:pt x="4417" y="1000"/>
                  </a:cubicBezTo>
                  <a:lnTo>
                    <a:pt x="0" y="1000"/>
                  </a:lnTo>
                  <a:close/>
                </a:path>
              </a:pathLst>
            </a:custGeom>
            <a:solidFill>
              <a:schemeClr val="folHlink"/>
            </a:solidFill>
            <a:ln w="9525">
              <a:noFill/>
              <a:miter lim="800000"/>
              <a:headEnd/>
              <a:tailEnd/>
            </a:ln>
          </p:spPr>
          <p:txBody>
            <a:bodyPr/>
            <a:lstStyle/>
            <a:p>
              <a:pPr algn="l"/>
              <a:endParaRPr lang="hi-IN" sz="2400">
                <a:latin typeface="Times New Roman" pitchFamily="18" charset="0"/>
              </a:endParaRPr>
            </a:p>
          </p:txBody>
        </p:sp>
        <p:sp>
          <p:nvSpPr>
            <p:cNvPr id="821254" name="Line 6"/>
            <p:cNvSpPr>
              <a:spLocks noChangeShapeType="1"/>
            </p:cNvSpPr>
            <p:nvPr userDrawn="1"/>
          </p:nvSpPr>
          <p:spPr bwMode="auto">
            <a:xfrm>
              <a:off x="0" y="1928"/>
              <a:ext cx="5232" cy="0"/>
            </a:xfrm>
            <a:prstGeom prst="line">
              <a:avLst/>
            </a:prstGeom>
            <a:noFill/>
            <a:ln w="50800">
              <a:solidFill>
                <a:schemeClr val="bg1"/>
              </a:solidFill>
              <a:round/>
              <a:headEnd/>
              <a:tailEnd/>
            </a:ln>
            <a:effectLst/>
          </p:spPr>
          <p:txBody>
            <a:bodyPr/>
            <a:lstStyle/>
            <a:p>
              <a:endParaRPr lang="en-US"/>
            </a:p>
          </p:txBody>
        </p:sp>
      </p:grpSp>
      <p:sp>
        <p:nvSpPr>
          <p:cNvPr id="821255" name="Rectangle 7"/>
          <p:cNvSpPr>
            <a:spLocks noGrp="1" noChangeArrowheads="1"/>
          </p:cNvSpPr>
          <p:nvPr>
            <p:ph type="ctrTitle"/>
          </p:nvPr>
        </p:nvSpPr>
        <p:spPr>
          <a:xfrm>
            <a:off x="304800" y="1427164"/>
            <a:ext cx="10769600" cy="1609725"/>
          </a:xfrm>
        </p:spPr>
        <p:txBody>
          <a:bodyPr/>
          <a:lstStyle>
            <a:lvl1pPr>
              <a:defRPr sz="4600"/>
            </a:lvl1pPr>
          </a:lstStyle>
          <a:p>
            <a:r>
              <a:rPr lang="hi-IN"/>
              <a:t>Click to edit Master title style</a:t>
            </a:r>
          </a:p>
        </p:txBody>
      </p:sp>
      <p:sp>
        <p:nvSpPr>
          <p:cNvPr id="821256" name="Rectangle 8"/>
          <p:cNvSpPr>
            <a:spLocks noGrp="1" noChangeArrowheads="1"/>
          </p:cNvSpPr>
          <p:nvPr>
            <p:ph type="subTitle" idx="1"/>
          </p:nvPr>
        </p:nvSpPr>
        <p:spPr>
          <a:xfrm>
            <a:off x="1422400" y="3441700"/>
            <a:ext cx="8839200" cy="1676400"/>
          </a:xfrm>
        </p:spPr>
        <p:txBody>
          <a:bodyPr/>
          <a:lstStyle>
            <a:lvl1pPr marL="0" indent="0">
              <a:buFont typeface="Wingdings" pitchFamily="2" charset="2"/>
              <a:buNone/>
              <a:defRPr/>
            </a:lvl1pPr>
          </a:lstStyle>
          <a:p>
            <a:r>
              <a:rPr lang="hi-IN"/>
              <a:t>Click to edit Master subtitle style</a:t>
            </a:r>
          </a:p>
        </p:txBody>
      </p:sp>
      <p:sp>
        <p:nvSpPr>
          <p:cNvPr id="821257" name="Rectangle 9"/>
          <p:cNvSpPr>
            <a:spLocks noGrp="1" noChangeArrowheads="1"/>
          </p:cNvSpPr>
          <p:nvPr>
            <p:ph type="dt" sz="half" idx="2"/>
          </p:nvPr>
        </p:nvSpPr>
        <p:spPr>
          <a:xfrm>
            <a:off x="609600" y="6248400"/>
            <a:ext cx="2844800" cy="471488"/>
          </a:xfrm>
        </p:spPr>
        <p:txBody>
          <a:bodyPr/>
          <a:lstStyle>
            <a:lvl1pPr>
              <a:defRPr/>
            </a:lvl1pPr>
          </a:lstStyle>
          <a:p>
            <a:endParaRPr lang="hi-IN"/>
          </a:p>
        </p:txBody>
      </p:sp>
      <p:sp>
        <p:nvSpPr>
          <p:cNvPr id="821258" name="Rectangle 10"/>
          <p:cNvSpPr>
            <a:spLocks noGrp="1" noChangeArrowheads="1"/>
          </p:cNvSpPr>
          <p:nvPr>
            <p:ph type="ftr" sz="quarter" idx="3"/>
          </p:nvPr>
        </p:nvSpPr>
        <p:spPr>
          <a:xfrm>
            <a:off x="4165600" y="6253163"/>
            <a:ext cx="3860800" cy="457200"/>
          </a:xfrm>
        </p:spPr>
        <p:txBody>
          <a:bodyPr/>
          <a:lstStyle>
            <a:lvl1pPr>
              <a:defRPr/>
            </a:lvl1pPr>
          </a:lstStyle>
          <a:p>
            <a:r>
              <a:rPr lang="en-US"/>
              <a:t>Simplified Approach to DBMS                                                     By Parteek Bhatia</a:t>
            </a:r>
            <a:endParaRPr lang="hi-IN"/>
          </a:p>
        </p:txBody>
      </p:sp>
      <p:sp>
        <p:nvSpPr>
          <p:cNvPr id="821259" name="Rectangle 11"/>
          <p:cNvSpPr>
            <a:spLocks noGrp="1" noChangeArrowheads="1"/>
          </p:cNvSpPr>
          <p:nvPr>
            <p:ph type="sldNum" sz="quarter" idx="4"/>
          </p:nvPr>
        </p:nvSpPr>
        <p:spPr>
          <a:xfrm>
            <a:off x="8737600" y="6248400"/>
            <a:ext cx="2844800" cy="471488"/>
          </a:xfrm>
        </p:spPr>
        <p:txBody>
          <a:bodyPr/>
          <a:lstStyle>
            <a:lvl1pPr>
              <a:defRPr/>
            </a:lvl1pPr>
          </a:lstStyle>
          <a:p>
            <a:fld id="{335780BC-E61E-468A-BA3C-FA5AC4C31DFC}" type="slidenum">
              <a:rPr lang="en-US"/>
              <a:pPr/>
              <a:t>‹#›</a:t>
            </a:fld>
            <a:endParaRPr lang="hi-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hi-IN"/>
          </a:p>
        </p:txBody>
      </p:sp>
      <p:sp>
        <p:nvSpPr>
          <p:cNvPr id="5" name="Footer Placeholder 4"/>
          <p:cNvSpPr>
            <a:spLocks noGrp="1"/>
          </p:cNvSpPr>
          <p:nvPr>
            <p:ph type="ftr" sz="quarter" idx="11"/>
          </p:nvPr>
        </p:nvSpPr>
        <p:spPr/>
        <p:txBody>
          <a:bodyPr/>
          <a:lstStyle>
            <a:lvl1pPr>
              <a:defRPr/>
            </a:lvl1pPr>
          </a:lstStyle>
          <a:p>
            <a:r>
              <a:rPr lang="en-US"/>
              <a:t>Simplified Approach to DBMS                                                     By Parteek Bhatia</a:t>
            </a:r>
            <a:endParaRPr lang="hi-IN"/>
          </a:p>
        </p:txBody>
      </p:sp>
      <p:sp>
        <p:nvSpPr>
          <p:cNvPr id="6" name="Slide Number Placeholder 5"/>
          <p:cNvSpPr>
            <a:spLocks noGrp="1"/>
          </p:cNvSpPr>
          <p:nvPr>
            <p:ph type="sldNum" sz="quarter" idx="12"/>
          </p:nvPr>
        </p:nvSpPr>
        <p:spPr/>
        <p:txBody>
          <a:bodyPr/>
          <a:lstStyle>
            <a:lvl1pPr>
              <a:defRPr/>
            </a:lvl1pPr>
          </a:lstStyle>
          <a:p>
            <a:fld id="{CB6A375F-939A-4B86-866A-67BF28C144E1}" type="slidenum">
              <a:rPr lang="en-US"/>
              <a:pPr/>
              <a:t>‹#›</a:t>
            </a:fld>
            <a:endParaRPr lang="hi-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hi-IN"/>
          </a:p>
        </p:txBody>
      </p:sp>
      <p:sp>
        <p:nvSpPr>
          <p:cNvPr id="5" name="Footer Placeholder 4"/>
          <p:cNvSpPr>
            <a:spLocks noGrp="1"/>
          </p:cNvSpPr>
          <p:nvPr>
            <p:ph type="ftr" sz="quarter" idx="11"/>
          </p:nvPr>
        </p:nvSpPr>
        <p:spPr/>
        <p:txBody>
          <a:bodyPr/>
          <a:lstStyle>
            <a:lvl1pPr>
              <a:defRPr/>
            </a:lvl1pPr>
          </a:lstStyle>
          <a:p>
            <a:r>
              <a:rPr lang="en-US"/>
              <a:t>Simplified Approach to DBMS                                                     By Parteek Bhatia</a:t>
            </a:r>
            <a:endParaRPr lang="hi-IN"/>
          </a:p>
        </p:txBody>
      </p:sp>
      <p:sp>
        <p:nvSpPr>
          <p:cNvPr id="6" name="Slide Number Placeholder 5"/>
          <p:cNvSpPr>
            <a:spLocks noGrp="1"/>
          </p:cNvSpPr>
          <p:nvPr>
            <p:ph type="sldNum" sz="quarter" idx="12"/>
          </p:nvPr>
        </p:nvSpPr>
        <p:spPr/>
        <p:txBody>
          <a:bodyPr/>
          <a:lstStyle>
            <a:lvl1pPr>
              <a:defRPr/>
            </a:lvl1pPr>
          </a:lstStyle>
          <a:p>
            <a:fld id="{45A3B3E8-FD6D-465C-9E90-7BFFFE5B9676}" type="slidenum">
              <a:rPr lang="en-US"/>
              <a:pPr/>
              <a:t>‹#›</a:t>
            </a:fld>
            <a:endParaRPr lang="hi-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0"/>
            <a:ext cx="5181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181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hi-IN"/>
          </a:p>
        </p:txBody>
      </p:sp>
      <p:sp>
        <p:nvSpPr>
          <p:cNvPr id="6" name="Footer Placeholder 5"/>
          <p:cNvSpPr>
            <a:spLocks noGrp="1"/>
          </p:cNvSpPr>
          <p:nvPr>
            <p:ph type="ftr" sz="quarter" idx="11"/>
          </p:nvPr>
        </p:nvSpPr>
        <p:spPr/>
        <p:txBody>
          <a:bodyPr/>
          <a:lstStyle>
            <a:lvl1pPr>
              <a:defRPr/>
            </a:lvl1pPr>
          </a:lstStyle>
          <a:p>
            <a:r>
              <a:rPr lang="en-US"/>
              <a:t>Simplified Approach to DBMS                                                     By Parteek Bhatia</a:t>
            </a:r>
            <a:endParaRPr lang="hi-IN"/>
          </a:p>
        </p:txBody>
      </p:sp>
      <p:sp>
        <p:nvSpPr>
          <p:cNvPr id="7" name="Slide Number Placeholder 6"/>
          <p:cNvSpPr>
            <a:spLocks noGrp="1"/>
          </p:cNvSpPr>
          <p:nvPr>
            <p:ph type="sldNum" sz="quarter" idx="12"/>
          </p:nvPr>
        </p:nvSpPr>
        <p:spPr/>
        <p:txBody>
          <a:bodyPr/>
          <a:lstStyle>
            <a:lvl1pPr>
              <a:defRPr/>
            </a:lvl1pPr>
          </a:lstStyle>
          <a:p>
            <a:fld id="{E5119E1E-8786-4C3A-8224-0285C11F0F44}" type="slidenum">
              <a:rPr lang="en-US"/>
              <a:pPr/>
              <a:t>‹#›</a:t>
            </a:fld>
            <a:endParaRPr lang="hi-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hi-IN"/>
          </a:p>
        </p:txBody>
      </p:sp>
      <p:sp>
        <p:nvSpPr>
          <p:cNvPr id="8" name="Footer Placeholder 7"/>
          <p:cNvSpPr>
            <a:spLocks noGrp="1"/>
          </p:cNvSpPr>
          <p:nvPr>
            <p:ph type="ftr" sz="quarter" idx="11"/>
          </p:nvPr>
        </p:nvSpPr>
        <p:spPr/>
        <p:txBody>
          <a:bodyPr/>
          <a:lstStyle>
            <a:lvl1pPr>
              <a:defRPr/>
            </a:lvl1pPr>
          </a:lstStyle>
          <a:p>
            <a:r>
              <a:rPr lang="en-US"/>
              <a:t>Simplified Approach to DBMS                                                     By Parteek Bhatia</a:t>
            </a:r>
            <a:endParaRPr lang="hi-IN"/>
          </a:p>
        </p:txBody>
      </p:sp>
      <p:sp>
        <p:nvSpPr>
          <p:cNvPr id="9" name="Slide Number Placeholder 8"/>
          <p:cNvSpPr>
            <a:spLocks noGrp="1"/>
          </p:cNvSpPr>
          <p:nvPr>
            <p:ph type="sldNum" sz="quarter" idx="12"/>
          </p:nvPr>
        </p:nvSpPr>
        <p:spPr/>
        <p:txBody>
          <a:bodyPr/>
          <a:lstStyle>
            <a:lvl1pPr>
              <a:defRPr/>
            </a:lvl1pPr>
          </a:lstStyle>
          <a:p>
            <a:fld id="{07AF748B-BCFD-426B-B244-43F0DA518123}" type="slidenum">
              <a:rPr lang="en-US"/>
              <a:pPr/>
              <a:t>‹#›</a:t>
            </a:fld>
            <a:endParaRPr lang="hi-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hi-IN"/>
          </a:p>
        </p:txBody>
      </p:sp>
      <p:sp>
        <p:nvSpPr>
          <p:cNvPr id="4" name="Footer Placeholder 3"/>
          <p:cNvSpPr>
            <a:spLocks noGrp="1"/>
          </p:cNvSpPr>
          <p:nvPr>
            <p:ph type="ftr" sz="quarter" idx="11"/>
          </p:nvPr>
        </p:nvSpPr>
        <p:spPr/>
        <p:txBody>
          <a:bodyPr/>
          <a:lstStyle>
            <a:lvl1pPr>
              <a:defRPr/>
            </a:lvl1pPr>
          </a:lstStyle>
          <a:p>
            <a:r>
              <a:rPr lang="en-US"/>
              <a:t>Simplified Approach to DBMS                                                     By Parteek Bhatia</a:t>
            </a:r>
            <a:endParaRPr lang="hi-IN"/>
          </a:p>
        </p:txBody>
      </p:sp>
      <p:sp>
        <p:nvSpPr>
          <p:cNvPr id="5" name="Slide Number Placeholder 4"/>
          <p:cNvSpPr>
            <a:spLocks noGrp="1"/>
          </p:cNvSpPr>
          <p:nvPr>
            <p:ph type="sldNum" sz="quarter" idx="12"/>
          </p:nvPr>
        </p:nvSpPr>
        <p:spPr/>
        <p:txBody>
          <a:bodyPr/>
          <a:lstStyle>
            <a:lvl1pPr>
              <a:defRPr/>
            </a:lvl1pPr>
          </a:lstStyle>
          <a:p>
            <a:fld id="{8BEE5B6E-5F97-4A52-B05F-B0D76D1DD7A7}" type="slidenum">
              <a:rPr lang="en-US"/>
              <a:pPr/>
              <a:t>‹#›</a:t>
            </a:fld>
            <a:endParaRPr lang="hi-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hi-IN"/>
          </a:p>
        </p:txBody>
      </p:sp>
      <p:sp>
        <p:nvSpPr>
          <p:cNvPr id="3" name="Footer Placeholder 2"/>
          <p:cNvSpPr>
            <a:spLocks noGrp="1"/>
          </p:cNvSpPr>
          <p:nvPr>
            <p:ph type="ftr" sz="quarter" idx="11"/>
          </p:nvPr>
        </p:nvSpPr>
        <p:spPr/>
        <p:txBody>
          <a:bodyPr/>
          <a:lstStyle>
            <a:lvl1pPr>
              <a:defRPr/>
            </a:lvl1pPr>
          </a:lstStyle>
          <a:p>
            <a:r>
              <a:rPr lang="en-US"/>
              <a:t>Simplified Approach to DBMS                                                     By Parteek Bhatia</a:t>
            </a:r>
            <a:endParaRPr lang="hi-IN"/>
          </a:p>
        </p:txBody>
      </p:sp>
      <p:sp>
        <p:nvSpPr>
          <p:cNvPr id="4" name="Slide Number Placeholder 3"/>
          <p:cNvSpPr>
            <a:spLocks noGrp="1"/>
          </p:cNvSpPr>
          <p:nvPr>
            <p:ph type="sldNum" sz="quarter" idx="12"/>
          </p:nvPr>
        </p:nvSpPr>
        <p:spPr/>
        <p:txBody>
          <a:bodyPr/>
          <a:lstStyle>
            <a:lvl1pPr>
              <a:defRPr/>
            </a:lvl1pPr>
          </a:lstStyle>
          <a:p>
            <a:fld id="{C4BC5465-42F0-418D-B3E3-36B72F4C182E}" type="slidenum">
              <a:rPr lang="en-US"/>
              <a:pPr/>
              <a:t>‹#›</a:t>
            </a:fld>
            <a:endParaRPr lang="hi-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hi-IN"/>
          </a:p>
        </p:txBody>
      </p:sp>
      <p:sp>
        <p:nvSpPr>
          <p:cNvPr id="6" name="Footer Placeholder 5"/>
          <p:cNvSpPr>
            <a:spLocks noGrp="1"/>
          </p:cNvSpPr>
          <p:nvPr>
            <p:ph type="ftr" sz="quarter" idx="11"/>
          </p:nvPr>
        </p:nvSpPr>
        <p:spPr/>
        <p:txBody>
          <a:bodyPr/>
          <a:lstStyle>
            <a:lvl1pPr>
              <a:defRPr/>
            </a:lvl1pPr>
          </a:lstStyle>
          <a:p>
            <a:r>
              <a:rPr lang="en-US"/>
              <a:t>Simplified Approach to DBMS                                                     By Parteek Bhatia</a:t>
            </a:r>
            <a:endParaRPr lang="hi-IN"/>
          </a:p>
        </p:txBody>
      </p:sp>
      <p:sp>
        <p:nvSpPr>
          <p:cNvPr id="7" name="Slide Number Placeholder 6"/>
          <p:cNvSpPr>
            <a:spLocks noGrp="1"/>
          </p:cNvSpPr>
          <p:nvPr>
            <p:ph type="sldNum" sz="quarter" idx="12"/>
          </p:nvPr>
        </p:nvSpPr>
        <p:spPr/>
        <p:txBody>
          <a:bodyPr/>
          <a:lstStyle>
            <a:lvl1pPr>
              <a:defRPr/>
            </a:lvl1pPr>
          </a:lstStyle>
          <a:p>
            <a:fld id="{C0C4A2FB-C5F4-4ACF-9083-3754D221C227}" type="slidenum">
              <a:rPr lang="en-US"/>
              <a:pPr/>
              <a:t>‹#›</a:t>
            </a:fld>
            <a:endParaRPr lang="hi-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hi-IN"/>
          </a:p>
        </p:txBody>
      </p:sp>
      <p:sp>
        <p:nvSpPr>
          <p:cNvPr id="6" name="Footer Placeholder 5"/>
          <p:cNvSpPr>
            <a:spLocks noGrp="1"/>
          </p:cNvSpPr>
          <p:nvPr>
            <p:ph type="ftr" sz="quarter" idx="11"/>
          </p:nvPr>
        </p:nvSpPr>
        <p:spPr/>
        <p:txBody>
          <a:bodyPr/>
          <a:lstStyle>
            <a:lvl1pPr>
              <a:defRPr/>
            </a:lvl1pPr>
          </a:lstStyle>
          <a:p>
            <a:r>
              <a:rPr lang="en-US"/>
              <a:t>Simplified Approach to DBMS                                                     By Parteek Bhatia</a:t>
            </a:r>
            <a:endParaRPr lang="hi-IN"/>
          </a:p>
        </p:txBody>
      </p:sp>
      <p:sp>
        <p:nvSpPr>
          <p:cNvPr id="7" name="Slide Number Placeholder 6"/>
          <p:cNvSpPr>
            <a:spLocks noGrp="1"/>
          </p:cNvSpPr>
          <p:nvPr>
            <p:ph type="sldNum" sz="quarter" idx="12"/>
          </p:nvPr>
        </p:nvSpPr>
        <p:spPr/>
        <p:txBody>
          <a:bodyPr/>
          <a:lstStyle>
            <a:lvl1pPr>
              <a:defRPr/>
            </a:lvl1pPr>
          </a:lstStyle>
          <a:p>
            <a:fld id="{D5939477-C8AB-4136-A14C-506722C4F6F3}" type="slidenum">
              <a:rPr lang="en-US"/>
              <a:pPr/>
              <a:t>‹#›</a:t>
            </a:fld>
            <a:endParaRPr lang="hi-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hi-IN"/>
          </a:p>
        </p:txBody>
      </p:sp>
      <p:sp>
        <p:nvSpPr>
          <p:cNvPr id="5" name="Footer Placeholder 4"/>
          <p:cNvSpPr>
            <a:spLocks noGrp="1"/>
          </p:cNvSpPr>
          <p:nvPr>
            <p:ph type="ftr" sz="quarter" idx="11"/>
          </p:nvPr>
        </p:nvSpPr>
        <p:spPr/>
        <p:txBody>
          <a:bodyPr/>
          <a:lstStyle>
            <a:lvl1pPr>
              <a:defRPr/>
            </a:lvl1pPr>
          </a:lstStyle>
          <a:p>
            <a:r>
              <a:rPr lang="en-US"/>
              <a:t>Simplified Approach to DBMS                                                     By Parteek Bhatia</a:t>
            </a:r>
            <a:endParaRPr lang="hi-IN"/>
          </a:p>
        </p:txBody>
      </p:sp>
      <p:sp>
        <p:nvSpPr>
          <p:cNvPr id="6" name="Slide Number Placeholder 5"/>
          <p:cNvSpPr>
            <a:spLocks noGrp="1"/>
          </p:cNvSpPr>
          <p:nvPr>
            <p:ph type="sldNum" sz="quarter" idx="12"/>
          </p:nvPr>
        </p:nvSpPr>
        <p:spPr/>
        <p:txBody>
          <a:bodyPr/>
          <a:lstStyle>
            <a:lvl1pPr>
              <a:defRPr/>
            </a:lvl1pPr>
          </a:lstStyle>
          <a:p>
            <a:fld id="{7D1CA1A7-2105-4F97-A78F-68B8A8EC5DDF}" type="slidenum">
              <a:rPr lang="en-US"/>
              <a:pPr/>
              <a:t>‹#›</a:t>
            </a:fld>
            <a:endParaRPr lang="hi-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00018" y="228600"/>
            <a:ext cx="2779183"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60351" y="228600"/>
            <a:ext cx="8136467"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hi-IN"/>
          </a:p>
        </p:txBody>
      </p:sp>
      <p:sp>
        <p:nvSpPr>
          <p:cNvPr id="5" name="Footer Placeholder 4"/>
          <p:cNvSpPr>
            <a:spLocks noGrp="1"/>
          </p:cNvSpPr>
          <p:nvPr>
            <p:ph type="ftr" sz="quarter" idx="11"/>
          </p:nvPr>
        </p:nvSpPr>
        <p:spPr/>
        <p:txBody>
          <a:bodyPr/>
          <a:lstStyle>
            <a:lvl1pPr>
              <a:defRPr/>
            </a:lvl1pPr>
          </a:lstStyle>
          <a:p>
            <a:r>
              <a:rPr lang="en-US"/>
              <a:t>Simplified Approach to DBMS                                                     By Parteek Bhatia</a:t>
            </a:r>
            <a:endParaRPr lang="hi-IN"/>
          </a:p>
        </p:txBody>
      </p:sp>
      <p:sp>
        <p:nvSpPr>
          <p:cNvPr id="6" name="Slide Number Placeholder 5"/>
          <p:cNvSpPr>
            <a:spLocks noGrp="1"/>
          </p:cNvSpPr>
          <p:nvPr>
            <p:ph type="sldNum" sz="quarter" idx="12"/>
          </p:nvPr>
        </p:nvSpPr>
        <p:spPr/>
        <p:txBody>
          <a:bodyPr/>
          <a:lstStyle>
            <a:lvl1pPr>
              <a:defRPr/>
            </a:lvl1pPr>
          </a:lstStyle>
          <a:p>
            <a:fld id="{40680EF0-6B01-4128-B588-9BF616D05DB0}" type="slidenum">
              <a:rPr lang="en-US"/>
              <a:pPr/>
              <a:t>‹#›</a:t>
            </a:fld>
            <a:endParaRPr lang="hi-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0352" y="228600"/>
            <a:ext cx="10687049" cy="914400"/>
          </a:xfrm>
        </p:spPr>
        <p:txBody>
          <a:bodyPr/>
          <a:lstStyle/>
          <a:p>
            <a:r>
              <a:rPr lang="en-US"/>
              <a:t>Click to edit Master title style</a:t>
            </a:r>
          </a:p>
        </p:txBody>
      </p:sp>
      <p:sp>
        <p:nvSpPr>
          <p:cNvPr id="3" name="Text Placeholder 2"/>
          <p:cNvSpPr>
            <a:spLocks noGrp="1"/>
          </p:cNvSpPr>
          <p:nvPr>
            <p:ph type="body" sz="half" idx="1"/>
          </p:nvPr>
        </p:nvSpPr>
        <p:spPr>
          <a:xfrm>
            <a:off x="812800" y="1600200"/>
            <a:ext cx="51816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1816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8400"/>
            <a:ext cx="2844800" cy="457200"/>
          </a:xfrm>
        </p:spPr>
        <p:txBody>
          <a:bodyPr/>
          <a:lstStyle>
            <a:lvl1pPr>
              <a:defRPr/>
            </a:lvl1pPr>
          </a:lstStyle>
          <a:p>
            <a:endParaRPr lang="hi-IN"/>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r>
              <a:rPr lang="en-US"/>
              <a:t>Simplified Approach to DBMS                                                     By Parteek Bhatia</a:t>
            </a:r>
            <a:endParaRPr lang="hi-IN"/>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8A030D01-D4FB-4236-B64F-A90EA3B6B072}" type="slidenum">
              <a:rPr lang="en-US"/>
              <a:pPr/>
              <a:t>‹#›</a:t>
            </a:fld>
            <a:endParaRPr lang="hi-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20226" name="Group 2"/>
          <p:cNvGrpSpPr>
            <a:grpSpLocks/>
          </p:cNvGrpSpPr>
          <p:nvPr/>
        </p:nvGrpSpPr>
        <p:grpSpPr bwMode="auto">
          <a:xfrm>
            <a:off x="0" y="152400"/>
            <a:ext cx="11582400" cy="6096000"/>
            <a:chOff x="0" y="96"/>
            <a:chExt cx="5472" cy="3840"/>
          </a:xfrm>
        </p:grpSpPr>
        <p:sp>
          <p:nvSpPr>
            <p:cNvPr id="820227"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p:spPr>
          <p:txBody>
            <a:bodyPr wrap="none" anchor="ctr"/>
            <a:lstStyle/>
            <a:p>
              <a:endParaRPr lang="hi-IN" sz="2400">
                <a:latin typeface="Times New Roman" pitchFamily="18" charset="0"/>
              </a:endParaRPr>
            </a:p>
          </p:txBody>
        </p:sp>
        <p:sp>
          <p:nvSpPr>
            <p:cNvPr id="820228" name="AutoShape 4"/>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G4 w 1000"/>
                <a:gd name="T3" fmla="*/ G1 h 1000"/>
              </a:gdLst>
              <a:ahLst/>
              <a:cxnLst>
                <a:cxn ang="0">
                  <a:pos x="0" y="0"/>
                </a:cxn>
                <a:cxn ang="0">
                  <a:pos x="6499" y="0"/>
                </a:cxn>
                <a:cxn ang="0">
                  <a:pos x="7000" y="500"/>
                </a:cxn>
                <a:cxn ang="0">
                  <a:pos x="6500" y="1000"/>
                </a:cxn>
                <a:cxn ang="0">
                  <a:pos x="0" y="1000"/>
                </a:cxn>
              </a:cxnLst>
              <a:rect l="T0" t="T1" r="T2" b="T3"/>
              <a:pathLst>
                <a:path w="7000" h="1000">
                  <a:moveTo>
                    <a:pt x="0" y="0"/>
                  </a:moveTo>
                  <a:lnTo>
                    <a:pt x="6499" y="0"/>
                  </a:lnTo>
                  <a:cubicBezTo>
                    <a:pt x="6776" y="0"/>
                    <a:pt x="7000" y="223"/>
                    <a:pt x="7000" y="500"/>
                  </a:cubicBezTo>
                  <a:cubicBezTo>
                    <a:pt x="7000" y="776"/>
                    <a:pt x="6776" y="999"/>
                    <a:pt x="6500" y="1000"/>
                  </a:cubicBezTo>
                  <a:lnTo>
                    <a:pt x="0" y="1000"/>
                  </a:lnTo>
                  <a:close/>
                </a:path>
              </a:pathLst>
            </a:custGeom>
            <a:solidFill>
              <a:schemeClr val="folHlink"/>
            </a:solidFill>
            <a:ln w="9525">
              <a:noFill/>
              <a:miter lim="800000"/>
              <a:headEnd/>
              <a:tailEnd/>
            </a:ln>
          </p:spPr>
          <p:txBody>
            <a:bodyPr/>
            <a:lstStyle/>
            <a:p>
              <a:pPr algn="l"/>
              <a:endParaRPr lang="hi-IN" sz="2400">
                <a:latin typeface="Times New Roman" pitchFamily="18" charset="0"/>
              </a:endParaRPr>
            </a:p>
          </p:txBody>
        </p:sp>
        <p:sp>
          <p:nvSpPr>
            <p:cNvPr id="820229" name="Line 5"/>
            <p:cNvSpPr>
              <a:spLocks noChangeShapeType="1"/>
            </p:cNvSpPr>
            <p:nvPr/>
          </p:nvSpPr>
          <p:spPr bwMode="auto">
            <a:xfrm>
              <a:off x="0" y="768"/>
              <a:ext cx="5088" cy="0"/>
            </a:xfrm>
            <a:prstGeom prst="line">
              <a:avLst/>
            </a:prstGeom>
            <a:noFill/>
            <a:ln w="38100">
              <a:solidFill>
                <a:schemeClr val="bg1"/>
              </a:solidFill>
              <a:round/>
              <a:headEnd/>
              <a:tailEnd/>
            </a:ln>
            <a:effectLst/>
          </p:spPr>
          <p:txBody>
            <a:bodyPr/>
            <a:lstStyle/>
            <a:p>
              <a:endParaRPr lang="en-US"/>
            </a:p>
          </p:txBody>
        </p:sp>
      </p:grpSp>
      <p:sp>
        <p:nvSpPr>
          <p:cNvPr id="820230" name="Rectangle 6"/>
          <p:cNvSpPr>
            <a:spLocks noGrp="1" noChangeArrowheads="1"/>
          </p:cNvSpPr>
          <p:nvPr>
            <p:ph type="title"/>
          </p:nvPr>
        </p:nvSpPr>
        <p:spPr bwMode="auto">
          <a:xfrm>
            <a:off x="260352" y="228600"/>
            <a:ext cx="10687049" cy="914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hi-IN"/>
              <a:t>Click to edit Master title style</a:t>
            </a:r>
          </a:p>
        </p:txBody>
      </p:sp>
      <p:sp>
        <p:nvSpPr>
          <p:cNvPr id="820231" name="Rectangle 7"/>
          <p:cNvSpPr>
            <a:spLocks noGrp="1" noChangeArrowheads="1"/>
          </p:cNvSpPr>
          <p:nvPr>
            <p:ph type="body" idx="1"/>
          </p:nvPr>
        </p:nvSpPr>
        <p:spPr bwMode="auto">
          <a:xfrm>
            <a:off x="812800" y="1600200"/>
            <a:ext cx="10566400" cy="441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hi-IN"/>
              <a:t>Click to edit Master text styles</a:t>
            </a:r>
          </a:p>
          <a:p>
            <a:pPr lvl="1"/>
            <a:r>
              <a:rPr lang="hi-IN"/>
              <a:t>Second level</a:t>
            </a:r>
          </a:p>
          <a:p>
            <a:pPr lvl="2"/>
            <a:r>
              <a:rPr lang="hi-IN"/>
              <a:t>Third level</a:t>
            </a:r>
          </a:p>
          <a:p>
            <a:pPr lvl="3"/>
            <a:r>
              <a:rPr lang="hi-IN"/>
              <a:t>Fourth level</a:t>
            </a:r>
          </a:p>
          <a:p>
            <a:pPr lvl="4"/>
            <a:r>
              <a:rPr lang="hi-IN"/>
              <a:t>Fifth level</a:t>
            </a:r>
          </a:p>
        </p:txBody>
      </p:sp>
      <p:sp>
        <p:nvSpPr>
          <p:cNvPr id="820232" name="Rectangle 8"/>
          <p:cNvSpPr>
            <a:spLocks noGrp="1" noChangeArrowheads="1"/>
          </p:cNvSpPr>
          <p:nvPr>
            <p:ph type="dt" sz="half" idx="2"/>
          </p:nvPr>
        </p:nvSpPr>
        <p:spPr bwMode="auto">
          <a:xfrm>
            <a:off x="609600" y="6248400"/>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hi-IN"/>
          </a:p>
        </p:txBody>
      </p:sp>
      <p:sp>
        <p:nvSpPr>
          <p:cNvPr id="820233" name="Rectangle 9"/>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r>
              <a:rPr lang="en-US"/>
              <a:t>Simplified Approach to DBMS                                                     By Parteek Bhatia</a:t>
            </a:r>
            <a:endParaRPr lang="hi-IN"/>
          </a:p>
        </p:txBody>
      </p:sp>
      <p:sp>
        <p:nvSpPr>
          <p:cNvPr id="820234" name="Rectangle 10"/>
          <p:cNvSpPr>
            <a:spLocks noGrp="1" noChangeArrowheads="1"/>
          </p:cNvSpPr>
          <p:nvPr>
            <p:ph type="sldNum" sz="quarter" idx="4"/>
          </p:nvPr>
        </p:nvSpPr>
        <p:spPr bwMode="auto">
          <a:xfrm>
            <a:off x="8737600" y="6248400"/>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Black" pitchFamily="34" charset="0"/>
              </a:defRPr>
            </a:lvl1pPr>
          </a:lstStyle>
          <a:p>
            <a:fld id="{036B2A96-0C08-43EA-81CB-5F4733B28474}" type="slidenum">
              <a:rPr lang="en-US"/>
              <a:pPr/>
              <a:t>‹#›</a:t>
            </a:fld>
            <a:endParaRPr lang="hi-IN"/>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hdr="0" dt="0"/>
  <p:txStyles>
    <p:titleStyle>
      <a:lvl1pPr algn="l" rtl="0" fontAlgn="base">
        <a:spcBef>
          <a:spcPct val="0"/>
        </a:spcBef>
        <a:spcAft>
          <a:spcPct val="0"/>
        </a:spcAft>
        <a:defRPr sz="4200">
          <a:solidFill>
            <a:schemeClr val="tx2"/>
          </a:solidFill>
          <a:latin typeface="+mj-lt"/>
          <a:ea typeface="+mj-ea"/>
          <a:cs typeface="+mj-cs"/>
        </a:defRPr>
      </a:lvl1pPr>
      <a:lvl2pPr algn="l" rtl="0" fontAlgn="base">
        <a:spcBef>
          <a:spcPct val="0"/>
        </a:spcBef>
        <a:spcAft>
          <a:spcPct val="0"/>
        </a:spcAft>
        <a:defRPr sz="4200">
          <a:solidFill>
            <a:schemeClr val="tx2"/>
          </a:solidFill>
          <a:latin typeface="Arial" charset="0"/>
          <a:cs typeface="Mangal" pitchFamily="2" charset="0"/>
        </a:defRPr>
      </a:lvl2pPr>
      <a:lvl3pPr algn="l" rtl="0" fontAlgn="base">
        <a:spcBef>
          <a:spcPct val="0"/>
        </a:spcBef>
        <a:spcAft>
          <a:spcPct val="0"/>
        </a:spcAft>
        <a:defRPr sz="4200">
          <a:solidFill>
            <a:schemeClr val="tx2"/>
          </a:solidFill>
          <a:latin typeface="Arial" charset="0"/>
          <a:cs typeface="Mangal" pitchFamily="2" charset="0"/>
        </a:defRPr>
      </a:lvl3pPr>
      <a:lvl4pPr algn="l" rtl="0" fontAlgn="base">
        <a:spcBef>
          <a:spcPct val="0"/>
        </a:spcBef>
        <a:spcAft>
          <a:spcPct val="0"/>
        </a:spcAft>
        <a:defRPr sz="4200">
          <a:solidFill>
            <a:schemeClr val="tx2"/>
          </a:solidFill>
          <a:latin typeface="Arial" charset="0"/>
          <a:cs typeface="Mangal" pitchFamily="2" charset="0"/>
        </a:defRPr>
      </a:lvl4pPr>
      <a:lvl5pPr algn="l" rtl="0" fontAlgn="base">
        <a:spcBef>
          <a:spcPct val="0"/>
        </a:spcBef>
        <a:spcAft>
          <a:spcPct val="0"/>
        </a:spcAft>
        <a:defRPr sz="4200">
          <a:solidFill>
            <a:schemeClr val="tx2"/>
          </a:solidFill>
          <a:latin typeface="Arial" charset="0"/>
          <a:cs typeface="Mangal" pitchFamily="2" charset="0"/>
        </a:defRPr>
      </a:lvl5pPr>
      <a:lvl6pPr marL="457200" algn="l" rtl="0" fontAlgn="base">
        <a:spcBef>
          <a:spcPct val="0"/>
        </a:spcBef>
        <a:spcAft>
          <a:spcPct val="0"/>
        </a:spcAft>
        <a:defRPr sz="4200">
          <a:solidFill>
            <a:schemeClr val="tx2"/>
          </a:solidFill>
          <a:latin typeface="Arial" charset="0"/>
          <a:cs typeface="Mangal" pitchFamily="2" charset="0"/>
        </a:defRPr>
      </a:lvl6pPr>
      <a:lvl7pPr marL="914400" algn="l" rtl="0" fontAlgn="base">
        <a:spcBef>
          <a:spcPct val="0"/>
        </a:spcBef>
        <a:spcAft>
          <a:spcPct val="0"/>
        </a:spcAft>
        <a:defRPr sz="4200">
          <a:solidFill>
            <a:schemeClr val="tx2"/>
          </a:solidFill>
          <a:latin typeface="Arial" charset="0"/>
          <a:cs typeface="Mangal" pitchFamily="2" charset="0"/>
        </a:defRPr>
      </a:lvl7pPr>
      <a:lvl8pPr marL="1371600" algn="l" rtl="0" fontAlgn="base">
        <a:spcBef>
          <a:spcPct val="0"/>
        </a:spcBef>
        <a:spcAft>
          <a:spcPct val="0"/>
        </a:spcAft>
        <a:defRPr sz="4200">
          <a:solidFill>
            <a:schemeClr val="tx2"/>
          </a:solidFill>
          <a:latin typeface="Arial" charset="0"/>
          <a:cs typeface="Mangal" pitchFamily="2" charset="0"/>
        </a:defRPr>
      </a:lvl8pPr>
      <a:lvl9pPr marL="1828800" algn="l" rtl="0" fontAlgn="base">
        <a:spcBef>
          <a:spcPct val="0"/>
        </a:spcBef>
        <a:spcAft>
          <a:spcPct val="0"/>
        </a:spcAft>
        <a:defRPr sz="4200">
          <a:solidFill>
            <a:schemeClr val="tx2"/>
          </a:solidFill>
          <a:latin typeface="Arial" charset="0"/>
          <a:cs typeface="Mangal" pitchFamily="2" charset="0"/>
        </a:defRPr>
      </a:lvl9pPr>
    </p:titleStyle>
    <p:bodyStyle>
      <a:lvl1pPr marL="342900" indent="-342900" algn="l" rtl="0" fontAlgn="base">
        <a:spcBef>
          <a:spcPct val="20000"/>
        </a:spcBef>
        <a:spcAft>
          <a:spcPct val="0"/>
        </a:spcAft>
        <a:buClr>
          <a:schemeClr val="hlink"/>
        </a:buClr>
        <a:buSzPct val="80000"/>
        <a:buFont typeface="Wingdings"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itchFamily="2" charset="2"/>
        <a:buChar char="l"/>
        <a:defRPr sz="2800">
          <a:solidFill>
            <a:schemeClr val="tx1"/>
          </a:solidFill>
          <a:latin typeface="+mn-lt"/>
          <a:cs typeface="+mn-cs"/>
        </a:defRPr>
      </a:lvl2pPr>
      <a:lvl3pPr marL="1143000" indent="-228600" algn="l" rtl="0" fontAlgn="base">
        <a:spcBef>
          <a:spcPct val="20000"/>
        </a:spcBef>
        <a:spcAft>
          <a:spcPct val="0"/>
        </a:spcAft>
        <a:buClr>
          <a:schemeClr val="bg2"/>
        </a:buClr>
        <a:buSzPct val="65000"/>
        <a:buFont typeface="Wingdings" pitchFamily="2" charset="2"/>
        <a:buChar char="l"/>
        <a:defRPr sz="2400">
          <a:solidFill>
            <a:schemeClr val="tx1"/>
          </a:solidFill>
          <a:latin typeface="+mn-lt"/>
          <a:cs typeface="+mn-cs"/>
        </a:defRPr>
      </a:lvl3pPr>
      <a:lvl4pPr marL="1600200" indent="-228600" algn="l" rtl="0" fontAlgn="base">
        <a:spcBef>
          <a:spcPct val="20000"/>
        </a:spcBef>
        <a:spcAft>
          <a:spcPct val="0"/>
        </a:spcAft>
        <a:buClr>
          <a:schemeClr val="hlink"/>
        </a:buClr>
        <a:buSzPct val="60000"/>
        <a:buFont typeface="Wingdings" pitchFamily="2" charset="2"/>
        <a:buChar char="l"/>
        <a:defRPr sz="2000">
          <a:solidFill>
            <a:schemeClr val="tx1"/>
          </a:solidFill>
          <a:latin typeface="+mn-lt"/>
          <a:cs typeface="+mn-cs"/>
        </a:defRPr>
      </a:lvl4pPr>
      <a:lvl5pPr marL="20574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cs typeface="+mn-cs"/>
        </a:defRPr>
      </a:lvl5pPr>
      <a:lvl6pPr marL="25146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cs typeface="+mn-cs"/>
        </a:defRPr>
      </a:lvl6pPr>
      <a:lvl7pPr marL="29718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cs typeface="+mn-cs"/>
        </a:defRPr>
      </a:lvl7pPr>
      <a:lvl8pPr marL="34290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cs typeface="+mn-cs"/>
        </a:defRPr>
      </a:lvl8pPr>
      <a:lvl9pPr marL="38862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Relational Data Model</a:t>
            </a:r>
          </a:p>
        </p:txBody>
      </p:sp>
      <p:sp>
        <p:nvSpPr>
          <p:cNvPr id="6" name="Subtitle 5"/>
          <p:cNvSpPr>
            <a:spLocks noGrp="1"/>
          </p:cNvSpPr>
          <p:nvPr>
            <p:ph type="subTitle" idx="1"/>
          </p:nvPr>
        </p:nvSpPr>
        <p:spPr/>
        <p:txBody>
          <a:bodyPr/>
          <a:lstStyle/>
          <a:p>
            <a:pPr algn="ctr"/>
            <a:r>
              <a:rPr lang="en-US" sz="3600" dirty="0"/>
              <a:t>Parteek Kumar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F3AE4-ECEE-1F2F-D692-23A0AC55465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06FE8E1-ADB8-5A7F-1B50-B955A4CAA81F}"/>
              </a:ext>
            </a:extLst>
          </p:cNvPr>
          <p:cNvSpPr>
            <a:spLocks noGrp="1"/>
          </p:cNvSpPr>
          <p:nvPr>
            <p:ph type="sldNum" sz="quarter" idx="12"/>
          </p:nvPr>
        </p:nvSpPr>
        <p:spPr/>
        <p:txBody>
          <a:bodyPr/>
          <a:lstStyle/>
          <a:p>
            <a:fld id="{14F87A7F-2374-481B-94DC-B4E9D6AC0038}" type="slidenum">
              <a:rPr lang="en-US"/>
              <a:pPr/>
              <a:t>2</a:t>
            </a:fld>
            <a:endParaRPr lang="hi-IN"/>
          </a:p>
        </p:txBody>
      </p:sp>
      <p:sp>
        <p:nvSpPr>
          <p:cNvPr id="135171" name="Rectangle 3">
            <a:extLst>
              <a:ext uri="{FF2B5EF4-FFF2-40B4-BE49-F238E27FC236}">
                <a16:creationId xmlns:a16="http://schemas.microsoft.com/office/drawing/2014/main" id="{E9C8A63C-4273-4EC7-1CD2-E0B11035E54B}"/>
              </a:ext>
            </a:extLst>
          </p:cNvPr>
          <p:cNvSpPr>
            <a:spLocks noGrp="1" noChangeArrowheads="1"/>
          </p:cNvSpPr>
          <p:nvPr>
            <p:ph type="title"/>
          </p:nvPr>
        </p:nvSpPr>
        <p:spPr/>
        <p:txBody>
          <a:bodyPr/>
          <a:lstStyle/>
          <a:p>
            <a:r>
              <a:rPr lang="en-US" b="1"/>
              <a:t>Keys of a Relation</a:t>
            </a:r>
            <a:endParaRPr lang="hi-IN" b="1"/>
          </a:p>
        </p:txBody>
      </p:sp>
      <p:sp>
        <p:nvSpPr>
          <p:cNvPr id="135172" name="Rectangle 4">
            <a:extLst>
              <a:ext uri="{FF2B5EF4-FFF2-40B4-BE49-F238E27FC236}">
                <a16:creationId xmlns:a16="http://schemas.microsoft.com/office/drawing/2014/main" id="{F7D36B4D-1CFE-AA56-7C45-47F8768B8C06}"/>
              </a:ext>
            </a:extLst>
          </p:cNvPr>
          <p:cNvSpPr>
            <a:spLocks noGrp="1" noChangeArrowheads="1"/>
          </p:cNvSpPr>
          <p:nvPr>
            <p:ph type="body" idx="1"/>
          </p:nvPr>
        </p:nvSpPr>
        <p:spPr>
          <a:xfrm>
            <a:off x="2133600" y="1600201"/>
            <a:ext cx="7924800" cy="3375025"/>
          </a:xfrm>
        </p:spPr>
        <p:txBody>
          <a:bodyPr/>
          <a:lstStyle/>
          <a:p>
            <a:pPr>
              <a:lnSpc>
                <a:spcPct val="90000"/>
              </a:lnSpc>
            </a:pPr>
            <a:r>
              <a:rPr lang="en-US" sz="4400" dirty="0"/>
              <a:t>Super Key</a:t>
            </a:r>
          </a:p>
          <a:p>
            <a:pPr>
              <a:lnSpc>
                <a:spcPct val="90000"/>
              </a:lnSpc>
            </a:pPr>
            <a:r>
              <a:rPr lang="en-US" sz="4400" dirty="0"/>
              <a:t>Candidate Key</a:t>
            </a:r>
          </a:p>
          <a:p>
            <a:pPr>
              <a:lnSpc>
                <a:spcPct val="90000"/>
              </a:lnSpc>
            </a:pPr>
            <a:r>
              <a:rPr lang="en-US" sz="4400" dirty="0"/>
              <a:t>Primary Key</a:t>
            </a:r>
          </a:p>
          <a:p>
            <a:pPr>
              <a:lnSpc>
                <a:spcPct val="90000"/>
              </a:lnSpc>
            </a:pPr>
            <a:r>
              <a:rPr lang="en-US" sz="4400" dirty="0"/>
              <a:t>Alternate Key</a:t>
            </a:r>
          </a:p>
          <a:p>
            <a:pPr>
              <a:lnSpc>
                <a:spcPct val="90000"/>
              </a:lnSpc>
            </a:pPr>
            <a:r>
              <a:rPr lang="en-US" sz="4400" dirty="0"/>
              <a:t>Artificial Key</a:t>
            </a:r>
          </a:p>
          <a:p>
            <a:pPr>
              <a:lnSpc>
                <a:spcPct val="90000"/>
              </a:lnSpc>
            </a:pPr>
            <a:r>
              <a:rPr lang="en-US" sz="4400" dirty="0"/>
              <a:t>Foreign Key</a:t>
            </a:r>
          </a:p>
          <a:p>
            <a:pPr>
              <a:lnSpc>
                <a:spcPct val="90000"/>
              </a:lnSpc>
            </a:pPr>
            <a:endParaRPr lang="hi-IN" dirty="0"/>
          </a:p>
        </p:txBody>
      </p:sp>
      <p:sp>
        <p:nvSpPr>
          <p:cNvPr id="5" name="Footer Placeholder 4">
            <a:extLst>
              <a:ext uri="{FF2B5EF4-FFF2-40B4-BE49-F238E27FC236}">
                <a16:creationId xmlns:a16="http://schemas.microsoft.com/office/drawing/2014/main" id="{A4ABF998-C53E-D09F-AE8E-9EFE4BDEECF2}"/>
              </a:ext>
            </a:extLst>
          </p:cNvPr>
          <p:cNvSpPr>
            <a:spLocks noGrp="1"/>
          </p:cNvSpPr>
          <p:nvPr>
            <p:ph type="ftr" sz="quarter" idx="11"/>
          </p:nvPr>
        </p:nvSpPr>
        <p:spPr/>
        <p:txBody>
          <a:bodyPr/>
          <a:lstStyle/>
          <a:p>
            <a:r>
              <a:rPr lang="en-US"/>
              <a:t>Simplified Approach to DBMS                                                     By Parteek Bhatia</a:t>
            </a:r>
            <a:endParaRPr lang="hi-IN"/>
          </a:p>
        </p:txBody>
      </p:sp>
    </p:spTree>
    <p:extLst>
      <p:ext uri="{BB962C8B-B14F-4D97-AF65-F5344CB8AC3E}">
        <p14:creationId xmlns:p14="http://schemas.microsoft.com/office/powerpoint/2010/main" val="3355687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1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51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1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51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51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517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4C43-076C-A052-4436-11E49400DDAE}"/>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28D94A8-9E29-B05B-93FB-EDBDDEA35EA8}"/>
              </a:ext>
            </a:extLst>
          </p:cNvPr>
          <p:cNvSpPr>
            <a:spLocks noGrp="1"/>
          </p:cNvSpPr>
          <p:nvPr>
            <p:ph type="sldNum" sz="quarter" idx="12"/>
          </p:nvPr>
        </p:nvSpPr>
        <p:spPr/>
        <p:txBody>
          <a:bodyPr/>
          <a:lstStyle/>
          <a:p>
            <a:fld id="{14F87A7F-2374-481B-94DC-B4E9D6AC0038}" type="slidenum">
              <a:rPr lang="en-US"/>
              <a:pPr/>
              <a:t>3</a:t>
            </a:fld>
            <a:endParaRPr lang="hi-IN"/>
          </a:p>
        </p:txBody>
      </p:sp>
      <p:sp>
        <p:nvSpPr>
          <p:cNvPr id="135171" name="Rectangle 3">
            <a:extLst>
              <a:ext uri="{FF2B5EF4-FFF2-40B4-BE49-F238E27FC236}">
                <a16:creationId xmlns:a16="http://schemas.microsoft.com/office/drawing/2014/main" id="{B366B2B1-C5F6-5FA4-9611-C9E31683156C}"/>
              </a:ext>
            </a:extLst>
          </p:cNvPr>
          <p:cNvSpPr>
            <a:spLocks noGrp="1" noChangeArrowheads="1"/>
          </p:cNvSpPr>
          <p:nvPr>
            <p:ph type="title"/>
          </p:nvPr>
        </p:nvSpPr>
        <p:spPr/>
        <p:txBody>
          <a:bodyPr/>
          <a:lstStyle/>
          <a:p>
            <a:r>
              <a:rPr lang="en-US" b="1"/>
              <a:t>Keys of a Relation</a:t>
            </a:r>
            <a:endParaRPr lang="hi-IN" b="1"/>
          </a:p>
        </p:txBody>
      </p:sp>
      <p:sp>
        <p:nvSpPr>
          <p:cNvPr id="135172" name="Rectangle 4">
            <a:extLst>
              <a:ext uri="{FF2B5EF4-FFF2-40B4-BE49-F238E27FC236}">
                <a16:creationId xmlns:a16="http://schemas.microsoft.com/office/drawing/2014/main" id="{EA70F89A-3E6A-04B3-610E-FCA952C1ACC4}"/>
              </a:ext>
            </a:extLst>
          </p:cNvPr>
          <p:cNvSpPr>
            <a:spLocks noGrp="1" noChangeArrowheads="1"/>
          </p:cNvSpPr>
          <p:nvPr>
            <p:ph type="body" idx="1"/>
          </p:nvPr>
        </p:nvSpPr>
        <p:spPr>
          <a:xfrm>
            <a:off x="2133600" y="1600201"/>
            <a:ext cx="7924800" cy="3375025"/>
          </a:xfrm>
        </p:spPr>
        <p:txBody>
          <a:bodyPr/>
          <a:lstStyle/>
          <a:p>
            <a:pPr>
              <a:lnSpc>
                <a:spcPct val="90000"/>
              </a:lnSpc>
            </a:pPr>
            <a:r>
              <a:rPr lang="en-US" sz="4400" dirty="0"/>
              <a:t>Super Key</a:t>
            </a:r>
          </a:p>
          <a:p>
            <a:pPr>
              <a:lnSpc>
                <a:spcPct val="90000"/>
              </a:lnSpc>
            </a:pPr>
            <a:r>
              <a:rPr lang="en-US" sz="4400" dirty="0"/>
              <a:t>Candidate Key</a:t>
            </a:r>
          </a:p>
          <a:p>
            <a:pPr>
              <a:lnSpc>
                <a:spcPct val="90000"/>
              </a:lnSpc>
            </a:pPr>
            <a:r>
              <a:rPr lang="en-US" sz="4400" dirty="0"/>
              <a:t>Primary Key</a:t>
            </a:r>
          </a:p>
          <a:p>
            <a:pPr>
              <a:lnSpc>
                <a:spcPct val="90000"/>
              </a:lnSpc>
            </a:pPr>
            <a:r>
              <a:rPr lang="en-US" sz="4400" dirty="0"/>
              <a:t>Alternate Key</a:t>
            </a:r>
          </a:p>
          <a:p>
            <a:pPr>
              <a:lnSpc>
                <a:spcPct val="90000"/>
              </a:lnSpc>
            </a:pPr>
            <a:r>
              <a:rPr lang="en-US" sz="4400" dirty="0"/>
              <a:t>Artificial Key</a:t>
            </a:r>
          </a:p>
          <a:p>
            <a:pPr>
              <a:lnSpc>
                <a:spcPct val="90000"/>
              </a:lnSpc>
            </a:pPr>
            <a:r>
              <a:rPr lang="en-US" sz="4400" dirty="0"/>
              <a:t>Foreign Key</a:t>
            </a:r>
          </a:p>
          <a:p>
            <a:pPr>
              <a:lnSpc>
                <a:spcPct val="90000"/>
              </a:lnSpc>
            </a:pPr>
            <a:endParaRPr lang="hi-IN" dirty="0"/>
          </a:p>
        </p:txBody>
      </p:sp>
      <p:sp>
        <p:nvSpPr>
          <p:cNvPr id="5" name="Footer Placeholder 4">
            <a:extLst>
              <a:ext uri="{FF2B5EF4-FFF2-40B4-BE49-F238E27FC236}">
                <a16:creationId xmlns:a16="http://schemas.microsoft.com/office/drawing/2014/main" id="{EDB96605-EC00-F06A-1917-4AE0E3014C35}"/>
              </a:ext>
            </a:extLst>
          </p:cNvPr>
          <p:cNvSpPr>
            <a:spLocks noGrp="1"/>
          </p:cNvSpPr>
          <p:nvPr>
            <p:ph type="ftr" sz="quarter" idx="11"/>
          </p:nvPr>
        </p:nvSpPr>
        <p:spPr/>
        <p:txBody>
          <a:bodyPr/>
          <a:lstStyle/>
          <a:p>
            <a:r>
              <a:rPr lang="en-US"/>
              <a:t>Simplified Approach to DBMS                                                     By Parteek Bhatia</a:t>
            </a:r>
            <a:endParaRPr lang="hi-IN"/>
          </a:p>
        </p:txBody>
      </p:sp>
      <p:sp>
        <p:nvSpPr>
          <p:cNvPr id="2" name="Right Brace 1">
            <a:extLst>
              <a:ext uri="{FF2B5EF4-FFF2-40B4-BE49-F238E27FC236}">
                <a16:creationId xmlns:a16="http://schemas.microsoft.com/office/drawing/2014/main" id="{94407EEE-34BE-134C-9424-2203412E5D93}"/>
              </a:ext>
            </a:extLst>
          </p:cNvPr>
          <p:cNvSpPr/>
          <p:nvPr/>
        </p:nvSpPr>
        <p:spPr bwMode="auto">
          <a:xfrm>
            <a:off x="6400800" y="1568068"/>
            <a:ext cx="990600" cy="3657598"/>
          </a:xfrm>
          <a:prstGeom prst="rightBrace">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Arial" charset="0"/>
              <a:cs typeface="Mangal" pitchFamily="2" charset="0"/>
            </a:endParaRPr>
          </a:p>
        </p:txBody>
      </p:sp>
      <p:sp>
        <p:nvSpPr>
          <p:cNvPr id="3" name="Rectangle 2">
            <a:extLst>
              <a:ext uri="{FF2B5EF4-FFF2-40B4-BE49-F238E27FC236}">
                <a16:creationId xmlns:a16="http://schemas.microsoft.com/office/drawing/2014/main" id="{981A2A17-0AAE-8C43-F8F8-A4BFC484E3FB}"/>
              </a:ext>
            </a:extLst>
          </p:cNvPr>
          <p:cNvSpPr/>
          <p:nvPr/>
        </p:nvSpPr>
        <p:spPr>
          <a:xfrm>
            <a:off x="7548813" y="2935202"/>
            <a:ext cx="2377574"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Unique</a:t>
            </a:r>
          </a:p>
        </p:txBody>
      </p:sp>
    </p:spTree>
    <p:extLst>
      <p:ext uri="{BB962C8B-B14F-4D97-AF65-F5344CB8AC3E}">
        <p14:creationId xmlns:p14="http://schemas.microsoft.com/office/powerpoint/2010/main" val="2044647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1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51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1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51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51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517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4F87A7F-2374-481B-94DC-B4E9D6AC0038}" type="slidenum">
              <a:rPr lang="en-US"/>
              <a:pPr/>
              <a:t>4</a:t>
            </a:fld>
            <a:endParaRPr lang="hi-IN"/>
          </a:p>
        </p:txBody>
      </p:sp>
      <p:sp>
        <p:nvSpPr>
          <p:cNvPr id="135171" name="Rectangle 3"/>
          <p:cNvSpPr>
            <a:spLocks noGrp="1" noChangeArrowheads="1"/>
          </p:cNvSpPr>
          <p:nvPr>
            <p:ph type="title"/>
          </p:nvPr>
        </p:nvSpPr>
        <p:spPr/>
        <p:txBody>
          <a:bodyPr/>
          <a:lstStyle/>
          <a:p>
            <a:r>
              <a:rPr lang="en-US" b="1"/>
              <a:t>Keys of a Relation</a:t>
            </a:r>
            <a:endParaRPr lang="hi-IN" b="1"/>
          </a:p>
        </p:txBody>
      </p:sp>
      <p:sp>
        <p:nvSpPr>
          <p:cNvPr id="135172" name="Rectangle 4"/>
          <p:cNvSpPr>
            <a:spLocks noGrp="1" noChangeArrowheads="1"/>
          </p:cNvSpPr>
          <p:nvPr>
            <p:ph type="body" idx="1"/>
          </p:nvPr>
        </p:nvSpPr>
        <p:spPr>
          <a:xfrm>
            <a:off x="2133600" y="1600201"/>
            <a:ext cx="7924800" cy="3375025"/>
          </a:xfrm>
        </p:spPr>
        <p:txBody>
          <a:bodyPr/>
          <a:lstStyle/>
          <a:p>
            <a:pPr>
              <a:lnSpc>
                <a:spcPct val="90000"/>
              </a:lnSpc>
            </a:pPr>
            <a:r>
              <a:rPr lang="en-US" dirty="0"/>
              <a:t>Super Key</a:t>
            </a:r>
          </a:p>
          <a:p>
            <a:pPr>
              <a:lnSpc>
                <a:spcPct val="90000"/>
              </a:lnSpc>
            </a:pPr>
            <a:r>
              <a:rPr lang="en-US" dirty="0"/>
              <a:t>Candidate Key</a:t>
            </a:r>
          </a:p>
          <a:p>
            <a:pPr>
              <a:lnSpc>
                <a:spcPct val="90000"/>
              </a:lnSpc>
            </a:pPr>
            <a:r>
              <a:rPr lang="en-US" dirty="0"/>
              <a:t>Primary Key</a:t>
            </a:r>
          </a:p>
          <a:p>
            <a:pPr>
              <a:lnSpc>
                <a:spcPct val="90000"/>
              </a:lnSpc>
            </a:pPr>
            <a:r>
              <a:rPr lang="en-US" dirty="0"/>
              <a:t>Alternate Key</a:t>
            </a:r>
          </a:p>
          <a:p>
            <a:pPr>
              <a:lnSpc>
                <a:spcPct val="90000"/>
              </a:lnSpc>
            </a:pPr>
            <a:r>
              <a:rPr lang="en-US" dirty="0"/>
              <a:t>Artificial Key</a:t>
            </a:r>
          </a:p>
          <a:p>
            <a:pPr>
              <a:lnSpc>
                <a:spcPct val="90000"/>
              </a:lnSpc>
            </a:pPr>
            <a:r>
              <a:rPr lang="en-US" dirty="0"/>
              <a:t>Foreign Key</a:t>
            </a:r>
          </a:p>
          <a:p>
            <a:pPr>
              <a:lnSpc>
                <a:spcPct val="90000"/>
              </a:lnSpc>
            </a:pPr>
            <a:endParaRPr lang="hi-IN" dirty="0"/>
          </a:p>
        </p:txBody>
      </p:sp>
      <p:sp>
        <p:nvSpPr>
          <p:cNvPr id="5" name="Footer Placeholder 4"/>
          <p:cNvSpPr>
            <a:spLocks noGrp="1"/>
          </p:cNvSpPr>
          <p:nvPr>
            <p:ph type="ftr" sz="quarter" idx="11"/>
          </p:nvPr>
        </p:nvSpPr>
        <p:spPr/>
        <p:txBody>
          <a:bodyPr/>
          <a:lstStyle/>
          <a:p>
            <a:r>
              <a:rPr lang="en-US"/>
              <a:t>Simplified Approach to DBMS                                                     By Parteek Bhatia</a:t>
            </a:r>
            <a:endParaRPr lang="hi-IN"/>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9EF37C4-8F71-40D3-A06C-6E4E53573D2A}"/>
                  </a:ext>
                </a:extLst>
              </p14:cNvPr>
              <p14:cNvContentPartPr/>
              <p14:nvPr/>
            </p14:nvContentPartPr>
            <p14:xfrm>
              <a:off x="1047960" y="1387800"/>
              <a:ext cx="11092680" cy="3488040"/>
            </p14:xfrm>
          </p:contentPart>
        </mc:Choice>
        <mc:Fallback xmlns="">
          <p:pic>
            <p:nvPicPr>
              <p:cNvPr id="3" name="Ink 2">
                <a:extLst>
                  <a:ext uri="{FF2B5EF4-FFF2-40B4-BE49-F238E27FC236}">
                    <a16:creationId xmlns:a16="http://schemas.microsoft.com/office/drawing/2014/main" id="{09EF37C4-8F71-40D3-A06C-6E4E53573D2A}"/>
                  </a:ext>
                </a:extLst>
              </p:cNvPr>
              <p:cNvPicPr/>
              <p:nvPr/>
            </p:nvPicPr>
            <p:blipFill>
              <a:blip r:embed="rId4"/>
              <a:stretch>
                <a:fillRect/>
              </a:stretch>
            </p:blipFill>
            <p:spPr>
              <a:xfrm>
                <a:off x="1038600" y="1378440"/>
                <a:ext cx="11111400" cy="3506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B59E7674-77DD-4B0C-864C-0193C4C34984}"/>
                  </a:ext>
                </a:extLst>
              </p14:cNvPr>
              <p14:cNvContentPartPr/>
              <p14:nvPr/>
            </p14:nvContentPartPr>
            <p14:xfrm>
              <a:off x="1884240" y="3709440"/>
              <a:ext cx="3018960" cy="94320"/>
            </p14:xfrm>
          </p:contentPart>
        </mc:Choice>
        <mc:Fallback xmlns="">
          <p:pic>
            <p:nvPicPr>
              <p:cNvPr id="4" name="Ink 3">
                <a:extLst>
                  <a:ext uri="{FF2B5EF4-FFF2-40B4-BE49-F238E27FC236}">
                    <a16:creationId xmlns:a16="http://schemas.microsoft.com/office/drawing/2014/main" id="{B59E7674-77DD-4B0C-864C-0193C4C34984}"/>
                  </a:ext>
                </a:extLst>
              </p:cNvPr>
              <p:cNvPicPr/>
              <p:nvPr/>
            </p:nvPicPr>
            <p:blipFill>
              <a:blip r:embed="rId6"/>
              <a:stretch>
                <a:fillRect/>
              </a:stretch>
            </p:blipFill>
            <p:spPr>
              <a:xfrm>
                <a:off x="1874880" y="3700080"/>
                <a:ext cx="3037680" cy="11304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17725-566E-4787-94A8-B79804EA7B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6B6C66-4C04-4686-A920-C19E1080615E}"/>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88B1D865-8158-491E-B49D-53FC91E84E66}"/>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9A3DD1C2-A834-43F1-9D70-93C8394465DB}"/>
              </a:ext>
            </a:extLst>
          </p:cNvPr>
          <p:cNvSpPr>
            <a:spLocks noGrp="1"/>
          </p:cNvSpPr>
          <p:nvPr>
            <p:ph type="sldNum" sz="quarter" idx="12"/>
          </p:nvPr>
        </p:nvSpPr>
        <p:spPr/>
        <p:txBody>
          <a:bodyPr/>
          <a:lstStyle/>
          <a:p>
            <a:fld id="{CB6A375F-939A-4B86-866A-67BF28C144E1}" type="slidenum">
              <a:rPr lang="en-US" smtClean="0"/>
              <a:pPr/>
              <a:t>5</a:t>
            </a:fld>
            <a:endParaRPr lang="hi-IN"/>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56E9D57B-73AC-483C-A235-44A16AFD892F}"/>
                  </a:ext>
                </a:extLst>
              </p14:cNvPr>
              <p14:cNvContentPartPr/>
              <p14:nvPr/>
            </p14:nvContentPartPr>
            <p14:xfrm>
              <a:off x="744840" y="1313640"/>
              <a:ext cx="8847360" cy="4856400"/>
            </p14:xfrm>
          </p:contentPart>
        </mc:Choice>
        <mc:Fallback xmlns="">
          <p:pic>
            <p:nvPicPr>
              <p:cNvPr id="6" name="Ink 5">
                <a:extLst>
                  <a:ext uri="{FF2B5EF4-FFF2-40B4-BE49-F238E27FC236}">
                    <a16:creationId xmlns:a16="http://schemas.microsoft.com/office/drawing/2014/main" id="{56E9D57B-73AC-483C-A235-44A16AFD892F}"/>
                  </a:ext>
                </a:extLst>
              </p:cNvPr>
              <p:cNvPicPr/>
              <p:nvPr/>
            </p:nvPicPr>
            <p:blipFill>
              <a:blip r:embed="rId3"/>
              <a:stretch>
                <a:fillRect/>
              </a:stretch>
            </p:blipFill>
            <p:spPr>
              <a:xfrm>
                <a:off x="735480" y="1304280"/>
                <a:ext cx="8866080" cy="4875120"/>
              </a:xfrm>
              <a:prstGeom prst="rect">
                <a:avLst/>
              </a:prstGeom>
            </p:spPr>
          </p:pic>
        </mc:Fallback>
      </mc:AlternateContent>
    </p:spTree>
    <p:extLst>
      <p:ext uri="{BB962C8B-B14F-4D97-AF65-F5344CB8AC3E}">
        <p14:creationId xmlns:p14="http://schemas.microsoft.com/office/powerpoint/2010/main" val="3800871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19B01-30EE-42DD-A5C9-7A1C0F9A70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9EB312-63C1-4D32-9195-F5C2C46C5E38}"/>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id="{62E8124F-4C35-4E26-8C3E-DF30BEE5849F}"/>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743B1974-E5A8-45D3-9D20-FF4FE92B344E}"/>
              </a:ext>
            </a:extLst>
          </p:cNvPr>
          <p:cNvSpPr>
            <a:spLocks noGrp="1"/>
          </p:cNvSpPr>
          <p:nvPr>
            <p:ph type="sldNum" sz="quarter" idx="12"/>
          </p:nvPr>
        </p:nvSpPr>
        <p:spPr/>
        <p:txBody>
          <a:bodyPr/>
          <a:lstStyle/>
          <a:p>
            <a:fld id="{CB6A375F-939A-4B86-866A-67BF28C144E1}" type="slidenum">
              <a:rPr lang="en-US" smtClean="0"/>
              <a:pPr/>
              <a:t>6</a:t>
            </a:fld>
            <a:endParaRPr lang="hi-IN"/>
          </a:p>
        </p:txBody>
      </p:sp>
      <p:sp>
        <p:nvSpPr>
          <p:cNvPr id="6" name="Oval 5">
            <a:extLst>
              <a:ext uri="{FF2B5EF4-FFF2-40B4-BE49-F238E27FC236}">
                <a16:creationId xmlns:a16="http://schemas.microsoft.com/office/drawing/2014/main" id="{9717BE27-A9C6-E08B-AB59-D05D99419659}"/>
              </a:ext>
            </a:extLst>
          </p:cNvPr>
          <p:cNvSpPr/>
          <p:nvPr/>
        </p:nvSpPr>
        <p:spPr bwMode="auto">
          <a:xfrm>
            <a:off x="3241676" y="1714500"/>
            <a:ext cx="4724400" cy="41910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Mangal" pitchFamily="2" charset="0"/>
              </a:rPr>
              <a:t>Super key</a:t>
            </a:r>
          </a:p>
          <a:p>
            <a:pPr marL="0" marR="0" indent="0" algn="ctr" defTabSz="914400" rtl="0" eaLnBrk="1" fontAlgn="base" latinLnBrk="0" hangingPunct="1">
              <a:lnSpc>
                <a:spcPct val="100000"/>
              </a:lnSpc>
              <a:spcBef>
                <a:spcPct val="0"/>
              </a:spcBef>
              <a:spcAft>
                <a:spcPct val="0"/>
              </a:spcAft>
              <a:buClrTx/>
              <a:buSzTx/>
              <a:buFontTx/>
              <a:buNone/>
              <a:tabLst/>
            </a:pPr>
            <a:r>
              <a:rPr lang="en-US" dirty="0"/>
              <a:t>A </a:t>
            </a:r>
            <a:r>
              <a:rPr lang="en-US" b="1" dirty="0" err="1"/>
              <a:t>superkey</a:t>
            </a:r>
            <a:r>
              <a:rPr lang="en-US" dirty="0"/>
              <a:t> in a database is a set </a:t>
            </a:r>
          </a:p>
          <a:p>
            <a:pPr marL="0" marR="0" indent="0" algn="ctr" defTabSz="914400" rtl="0" eaLnBrk="1" fontAlgn="base" latinLnBrk="0" hangingPunct="1">
              <a:lnSpc>
                <a:spcPct val="100000"/>
              </a:lnSpc>
              <a:spcBef>
                <a:spcPct val="0"/>
              </a:spcBef>
              <a:spcAft>
                <a:spcPct val="0"/>
              </a:spcAft>
              <a:buClrTx/>
              <a:buSzTx/>
              <a:buFontTx/>
              <a:buNone/>
              <a:tabLst/>
            </a:pPr>
            <a:r>
              <a:rPr lang="en-US" dirty="0"/>
              <a:t>of one or more attributes (columns) that </a:t>
            </a:r>
          </a:p>
          <a:p>
            <a:pPr marL="0" marR="0" indent="0" algn="ctr" defTabSz="914400" rtl="0" eaLnBrk="1" fontAlgn="base" latinLnBrk="0" hangingPunct="1">
              <a:lnSpc>
                <a:spcPct val="100000"/>
              </a:lnSpc>
              <a:spcBef>
                <a:spcPct val="0"/>
              </a:spcBef>
              <a:spcAft>
                <a:spcPct val="0"/>
              </a:spcAft>
              <a:buClrTx/>
              <a:buSzTx/>
              <a:buFontTx/>
              <a:buNone/>
              <a:tabLst/>
            </a:pPr>
            <a:r>
              <a:rPr lang="en-US" dirty="0"/>
              <a:t>uniquely identify a row in a table.</a:t>
            </a:r>
            <a:endParaRPr kumimoji="0" lang="en-IN" sz="1800" b="1" i="0" u="none" strike="noStrike" cap="none" normalizeH="0" baseline="0" dirty="0">
              <a:ln>
                <a:noFill/>
              </a:ln>
              <a:solidFill>
                <a:schemeClr val="tx1"/>
              </a:solidFill>
              <a:effectLst/>
              <a:latin typeface="Arial" charset="0"/>
              <a:cs typeface="Mangal" pitchFamily="2" charset="0"/>
            </a:endParaRPr>
          </a:p>
        </p:txBody>
      </p:sp>
      <p:sp>
        <p:nvSpPr>
          <p:cNvPr id="7" name="Speech Bubble: Oval 6">
            <a:extLst>
              <a:ext uri="{FF2B5EF4-FFF2-40B4-BE49-F238E27FC236}">
                <a16:creationId xmlns:a16="http://schemas.microsoft.com/office/drawing/2014/main" id="{8A69F3AE-2E20-591E-56FC-13B48CC67AF2}"/>
              </a:ext>
            </a:extLst>
          </p:cNvPr>
          <p:cNvSpPr/>
          <p:nvPr/>
        </p:nvSpPr>
        <p:spPr bwMode="auto">
          <a:xfrm>
            <a:off x="7848600" y="1400519"/>
            <a:ext cx="2133600" cy="825347"/>
          </a:xfrm>
          <a:prstGeom prst="wedgeEllipseCallout">
            <a:avLst>
              <a:gd name="adj1" fmla="val -96014"/>
              <a:gd name="adj2" fmla="val 24687"/>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Mangal" pitchFamily="2" charset="0"/>
              </a:rPr>
              <a:t>Unique</a:t>
            </a:r>
            <a:endParaRPr kumimoji="0" lang="en-IN" sz="1800" b="0" i="0" u="none" strike="noStrike" cap="none" normalizeH="0" baseline="0" dirty="0">
              <a:ln>
                <a:noFill/>
              </a:ln>
              <a:solidFill>
                <a:schemeClr val="tx1"/>
              </a:solidFill>
              <a:effectLst/>
              <a:latin typeface="Arial" charset="0"/>
              <a:cs typeface="Mangal" pitchFamily="2" charset="0"/>
            </a:endParaRPr>
          </a:p>
        </p:txBody>
      </p:sp>
    </p:spTree>
    <p:extLst>
      <p:ext uri="{BB962C8B-B14F-4D97-AF65-F5344CB8AC3E}">
        <p14:creationId xmlns:p14="http://schemas.microsoft.com/office/powerpoint/2010/main" val="866021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18FE1-FACA-135D-82EA-3A1ED4B46564}"/>
              </a:ext>
            </a:extLst>
          </p:cNvPr>
          <p:cNvSpPr>
            <a:spLocks noGrp="1"/>
          </p:cNvSpPr>
          <p:nvPr>
            <p:ph type="title"/>
          </p:nvPr>
        </p:nvSpPr>
        <p:spPr/>
        <p:txBody>
          <a:bodyPr/>
          <a:lstStyle/>
          <a:p>
            <a:r>
              <a:rPr lang="en-US" dirty="0"/>
              <a:t>Super Key</a:t>
            </a:r>
            <a:endParaRPr lang="en-IN" dirty="0"/>
          </a:p>
        </p:txBody>
      </p:sp>
      <p:sp>
        <p:nvSpPr>
          <p:cNvPr id="3" name="Content Placeholder 2">
            <a:extLst>
              <a:ext uri="{FF2B5EF4-FFF2-40B4-BE49-F238E27FC236}">
                <a16:creationId xmlns:a16="http://schemas.microsoft.com/office/drawing/2014/main" id="{D055C75E-84A3-BADE-1F01-6466BF275810}"/>
              </a:ext>
            </a:extLst>
          </p:cNvPr>
          <p:cNvSpPr>
            <a:spLocks noGrp="1"/>
          </p:cNvSpPr>
          <p:nvPr>
            <p:ph idx="1"/>
          </p:nvPr>
        </p:nvSpPr>
        <p:spPr/>
        <p:txBody>
          <a:bodyPr/>
          <a:lstStyle/>
          <a:p>
            <a:pPr marL="0" indent="0">
              <a:buNone/>
            </a:pPr>
            <a:r>
              <a:rPr lang="en-US" sz="3000" dirty="0"/>
              <a:t>Key Characteristics:</a:t>
            </a:r>
          </a:p>
          <a:p>
            <a:r>
              <a:rPr lang="en-US" sz="3000" dirty="0"/>
              <a:t>Uniqueness: A </a:t>
            </a:r>
            <a:r>
              <a:rPr lang="en-US" sz="3000" dirty="0" err="1"/>
              <a:t>superkey</a:t>
            </a:r>
            <a:r>
              <a:rPr lang="en-US" sz="3000" dirty="0"/>
              <a:t> must ensure that no two rows in the table have the same combination of values for its attributes.</a:t>
            </a:r>
          </a:p>
          <a:p>
            <a:r>
              <a:rPr lang="en-US" sz="3000" dirty="0"/>
              <a:t>Non-minimality: A </a:t>
            </a:r>
            <a:r>
              <a:rPr lang="en-US" sz="3000" dirty="0" err="1"/>
              <a:t>superkey</a:t>
            </a:r>
            <a:r>
              <a:rPr lang="en-US" sz="3000" dirty="0"/>
              <a:t> can include extra attributes that are not necessary to maintain uniqueness. For example, while {A} may uniquely identify a row, {A, B} is still a valid </a:t>
            </a:r>
            <a:r>
              <a:rPr lang="en-US" sz="3000" dirty="0" err="1"/>
              <a:t>superkey</a:t>
            </a:r>
            <a:r>
              <a:rPr lang="en-US" sz="3000" dirty="0"/>
              <a:t>. </a:t>
            </a:r>
          </a:p>
          <a:p>
            <a:r>
              <a:rPr lang="en-US" sz="3000" dirty="0"/>
              <a:t>Some times also called as Reducible</a:t>
            </a:r>
            <a:endParaRPr lang="en-IN" sz="3000" dirty="0"/>
          </a:p>
        </p:txBody>
      </p:sp>
      <p:sp>
        <p:nvSpPr>
          <p:cNvPr id="4" name="Footer Placeholder 3">
            <a:extLst>
              <a:ext uri="{FF2B5EF4-FFF2-40B4-BE49-F238E27FC236}">
                <a16:creationId xmlns:a16="http://schemas.microsoft.com/office/drawing/2014/main" id="{D85DED41-552E-B867-AEE0-318B1A0660E0}"/>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ED812186-F8F1-E2DA-D688-9E9AF6FF7C38}"/>
              </a:ext>
            </a:extLst>
          </p:cNvPr>
          <p:cNvSpPr>
            <a:spLocks noGrp="1"/>
          </p:cNvSpPr>
          <p:nvPr>
            <p:ph type="sldNum" sz="quarter" idx="12"/>
          </p:nvPr>
        </p:nvSpPr>
        <p:spPr/>
        <p:txBody>
          <a:bodyPr/>
          <a:lstStyle/>
          <a:p>
            <a:fld id="{CB6A375F-939A-4B86-866A-67BF28C144E1}" type="slidenum">
              <a:rPr lang="en-US" smtClean="0"/>
              <a:pPr/>
              <a:t>7</a:t>
            </a:fld>
            <a:endParaRPr lang="hi-IN"/>
          </a:p>
        </p:txBody>
      </p:sp>
    </p:spTree>
    <p:extLst>
      <p:ext uri="{BB962C8B-B14F-4D97-AF65-F5344CB8AC3E}">
        <p14:creationId xmlns:p14="http://schemas.microsoft.com/office/powerpoint/2010/main" val="3500262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B12F3-33CB-6D10-DCD4-0437CA214768}"/>
              </a:ext>
            </a:extLst>
          </p:cNvPr>
          <p:cNvSpPr>
            <a:spLocks noGrp="1"/>
          </p:cNvSpPr>
          <p:nvPr>
            <p:ph type="title"/>
          </p:nvPr>
        </p:nvSpPr>
        <p:spPr>
          <a:xfrm>
            <a:off x="609600" y="274638"/>
            <a:ext cx="10972800" cy="1143000"/>
          </a:xfrm>
        </p:spPr>
        <p:txBody>
          <a:bodyPr wrap="square" anchor="ctr">
            <a:normAutofit/>
          </a:body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a:ln>
                  <a:noFill/>
                </a:ln>
                <a:effectLst/>
              </a:rPr>
              <a:t>Consider a table Employee:</a:t>
            </a:r>
          </a:p>
        </p:txBody>
      </p:sp>
      <p:sp>
        <p:nvSpPr>
          <p:cNvPr id="3" name="Content Placeholder 2">
            <a:extLst>
              <a:ext uri="{FF2B5EF4-FFF2-40B4-BE49-F238E27FC236}">
                <a16:creationId xmlns:a16="http://schemas.microsoft.com/office/drawing/2014/main" id="{BA3374B8-DB17-62F8-F66F-4E48916603E8}"/>
              </a:ext>
            </a:extLst>
          </p:cNvPr>
          <p:cNvSpPr>
            <a:spLocks noGrp="1"/>
          </p:cNvSpPr>
          <p:nvPr>
            <p:ph sz="half" idx="2"/>
          </p:nvPr>
        </p:nvSpPr>
        <p:spPr>
          <a:xfrm>
            <a:off x="838200" y="3657600"/>
            <a:ext cx="5386917" cy="3951288"/>
          </a:xfrm>
        </p:spPr>
        <p:txBody>
          <a:bodyPr wrap="square" anchor="t">
            <a:normAutofit/>
          </a:bodyPr>
          <a:lstStyle/>
          <a:p>
            <a:r>
              <a:rPr lang="en-US" dirty="0"/>
              <a:t>Super Keys?</a:t>
            </a:r>
            <a:endParaRPr lang="en-IN" dirty="0"/>
          </a:p>
        </p:txBody>
      </p:sp>
      <p:sp>
        <p:nvSpPr>
          <p:cNvPr id="4" name="Footer Placeholder 3">
            <a:extLst>
              <a:ext uri="{FF2B5EF4-FFF2-40B4-BE49-F238E27FC236}">
                <a16:creationId xmlns:a16="http://schemas.microsoft.com/office/drawing/2014/main" id="{7742FA7E-20AC-8D81-7B81-292044C127A6}"/>
              </a:ext>
            </a:extLst>
          </p:cNvPr>
          <p:cNvSpPr>
            <a:spLocks noGrp="1"/>
          </p:cNvSpPr>
          <p:nvPr>
            <p:ph type="ftr" sz="quarter" idx="11"/>
          </p:nvPr>
        </p:nvSpPr>
        <p:spPr>
          <a:xfrm>
            <a:off x="4165600" y="6248400"/>
            <a:ext cx="3860800" cy="457200"/>
          </a:xfrm>
        </p:spPr>
        <p:txBody>
          <a:bodyPr wrap="square" anchor="b">
            <a:normAutofit/>
          </a:bodyPr>
          <a:lstStyle/>
          <a:p>
            <a:pPr>
              <a:spcAft>
                <a:spcPts val="600"/>
              </a:spcAft>
            </a:pPr>
            <a:r>
              <a:rPr lang="en-US"/>
              <a:t>Simplified Approach to DBMS                                                     By Parteek Bhatia</a:t>
            </a:r>
            <a:endParaRPr lang="hi-IN"/>
          </a:p>
        </p:txBody>
      </p:sp>
      <p:sp>
        <p:nvSpPr>
          <p:cNvPr id="5" name="Slide Number Placeholder 4">
            <a:extLst>
              <a:ext uri="{FF2B5EF4-FFF2-40B4-BE49-F238E27FC236}">
                <a16:creationId xmlns:a16="http://schemas.microsoft.com/office/drawing/2014/main" id="{8D7BAF34-84A9-30BA-AF78-CDEBD61A37F1}"/>
              </a:ext>
            </a:extLst>
          </p:cNvPr>
          <p:cNvSpPr>
            <a:spLocks noGrp="1"/>
          </p:cNvSpPr>
          <p:nvPr>
            <p:ph type="sldNum" sz="quarter" idx="12"/>
          </p:nvPr>
        </p:nvSpPr>
        <p:spPr>
          <a:xfrm>
            <a:off x="8737600" y="6248400"/>
            <a:ext cx="2844800" cy="457200"/>
          </a:xfrm>
        </p:spPr>
        <p:txBody>
          <a:bodyPr wrap="square" anchor="b">
            <a:normAutofit/>
          </a:bodyPr>
          <a:lstStyle/>
          <a:p>
            <a:pPr>
              <a:spcAft>
                <a:spcPts val="600"/>
              </a:spcAft>
            </a:pPr>
            <a:fld id="{CB6A375F-939A-4B86-866A-67BF28C144E1}" type="slidenum">
              <a:rPr lang="en-US" smtClean="0"/>
              <a:pPr>
                <a:spcAft>
                  <a:spcPts val="600"/>
                </a:spcAft>
              </a:pPr>
              <a:t>8</a:t>
            </a:fld>
            <a:endParaRPr lang="hi-IN"/>
          </a:p>
        </p:txBody>
      </p:sp>
      <p:graphicFrame>
        <p:nvGraphicFramePr>
          <p:cNvPr id="6" name="Table 5">
            <a:extLst>
              <a:ext uri="{FF2B5EF4-FFF2-40B4-BE49-F238E27FC236}">
                <a16:creationId xmlns:a16="http://schemas.microsoft.com/office/drawing/2014/main" id="{E2923C18-2057-AFF1-745F-2704946C6732}"/>
              </a:ext>
            </a:extLst>
          </p:cNvPr>
          <p:cNvGraphicFramePr>
            <a:graphicFrameLocks noGrp="1"/>
          </p:cNvGraphicFramePr>
          <p:nvPr>
            <p:extLst>
              <p:ext uri="{D42A27DB-BD31-4B8C-83A1-F6EECF244321}">
                <p14:modId xmlns:p14="http://schemas.microsoft.com/office/powerpoint/2010/main" val="71314835"/>
              </p:ext>
            </p:extLst>
          </p:nvPr>
        </p:nvGraphicFramePr>
        <p:xfrm>
          <a:off x="2286000" y="1416132"/>
          <a:ext cx="3949484" cy="1899064"/>
        </p:xfrm>
        <a:graphic>
          <a:graphicData uri="http://schemas.openxmlformats.org/drawingml/2006/table">
            <a:tbl>
              <a:tblPr firstRow="1" bandRow="1">
                <a:solidFill>
                  <a:srgbClr val="F2F2F2">
                    <a:alpha val="30196"/>
                  </a:srgbClr>
                </a:solidFill>
              </a:tblPr>
              <a:tblGrid>
                <a:gridCol w="955452">
                  <a:extLst>
                    <a:ext uri="{9D8B030D-6E8A-4147-A177-3AD203B41FA5}">
                      <a16:colId xmlns:a16="http://schemas.microsoft.com/office/drawing/2014/main" val="492120978"/>
                    </a:ext>
                  </a:extLst>
                </a:gridCol>
                <a:gridCol w="878832">
                  <a:extLst>
                    <a:ext uri="{9D8B030D-6E8A-4147-A177-3AD203B41FA5}">
                      <a16:colId xmlns:a16="http://schemas.microsoft.com/office/drawing/2014/main" val="837059209"/>
                    </a:ext>
                  </a:extLst>
                </a:gridCol>
                <a:gridCol w="2115200">
                  <a:extLst>
                    <a:ext uri="{9D8B030D-6E8A-4147-A177-3AD203B41FA5}">
                      <a16:colId xmlns:a16="http://schemas.microsoft.com/office/drawing/2014/main" val="1755628223"/>
                    </a:ext>
                  </a:extLst>
                </a:gridCol>
              </a:tblGrid>
              <a:tr h="474766">
                <a:tc>
                  <a:txBody>
                    <a:bodyPr/>
                    <a:lstStyle/>
                    <a:p>
                      <a:r>
                        <a:rPr lang="en-IN" sz="1500" b="0" cap="none" spc="0">
                          <a:solidFill>
                            <a:schemeClr val="bg1"/>
                          </a:solidFill>
                        </a:rPr>
                        <a:t>EmpID</a:t>
                      </a:r>
                    </a:p>
                  </a:txBody>
                  <a:tcPr marL="130393" marR="100303" marT="100303" marB="100303" anchor="ctr">
                    <a:lnL w="19050" cap="flat" cmpd="sng" algn="ctr">
                      <a:noFill/>
                      <a:prstDash val="solid"/>
                    </a:lnL>
                    <a:lnR w="12700" cmpd="sng">
                      <a:noFill/>
                    </a:lnR>
                    <a:lnT w="19050" cap="flat" cmpd="sng" algn="ctr">
                      <a:noFill/>
                      <a:prstDash val="solid"/>
                    </a:lnT>
                    <a:lnB w="38100" cmpd="sng">
                      <a:noFill/>
                    </a:lnB>
                    <a:solidFill>
                      <a:schemeClr val="accent1"/>
                    </a:solidFill>
                  </a:tcPr>
                </a:tc>
                <a:tc>
                  <a:txBody>
                    <a:bodyPr/>
                    <a:lstStyle/>
                    <a:p>
                      <a:r>
                        <a:rPr lang="en-IN" sz="1500" b="0" cap="none" spc="0">
                          <a:solidFill>
                            <a:schemeClr val="bg1"/>
                          </a:solidFill>
                        </a:rPr>
                        <a:t>Name</a:t>
                      </a:r>
                    </a:p>
                  </a:txBody>
                  <a:tcPr marL="130393" marR="100303" marT="100303" marB="100303" anchor="ctr">
                    <a:lnL w="12700" cmpd="sng">
                      <a:noFill/>
                    </a:lnL>
                    <a:lnR w="12700" cmpd="sng">
                      <a:noFill/>
                    </a:lnR>
                    <a:lnT w="19050" cap="flat" cmpd="sng" algn="ctr">
                      <a:noFill/>
                      <a:prstDash val="solid"/>
                    </a:lnT>
                    <a:lnB w="38100" cmpd="sng">
                      <a:noFill/>
                    </a:lnB>
                    <a:solidFill>
                      <a:schemeClr val="accent1"/>
                    </a:solidFill>
                  </a:tcPr>
                </a:tc>
                <a:tc>
                  <a:txBody>
                    <a:bodyPr/>
                    <a:lstStyle/>
                    <a:p>
                      <a:r>
                        <a:rPr lang="en-IN" sz="1500" b="0" cap="none" spc="0">
                          <a:solidFill>
                            <a:schemeClr val="bg1"/>
                          </a:solidFill>
                        </a:rPr>
                        <a:t>Email</a:t>
                      </a:r>
                    </a:p>
                  </a:txBody>
                  <a:tcPr marL="130393" marR="100303" marT="100303" marB="100303"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4247784926"/>
                  </a:ext>
                </a:extLst>
              </a:tr>
              <a:tr h="474766">
                <a:tc>
                  <a:txBody>
                    <a:bodyPr/>
                    <a:lstStyle/>
                    <a:p>
                      <a:r>
                        <a:rPr lang="en-IN" sz="1500" cap="none" spc="0">
                          <a:solidFill>
                            <a:schemeClr val="tx1"/>
                          </a:solidFill>
                        </a:rPr>
                        <a:t>101</a:t>
                      </a:r>
                    </a:p>
                  </a:txBody>
                  <a:tcPr marL="130393" marR="100303" marT="100303" marB="100303" anchor="ctr">
                    <a:lnL w="38100" cap="flat" cmpd="sng" algn="ctr">
                      <a:no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r>
                        <a:rPr lang="en-IN" sz="1500" cap="none" spc="0">
                          <a:solidFill>
                            <a:schemeClr val="tx1"/>
                          </a:solidFill>
                        </a:rPr>
                        <a:t>Alice</a:t>
                      </a:r>
                    </a:p>
                  </a:txBody>
                  <a:tcPr marL="130393" marR="100303" marT="100303" marB="100303"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r>
                        <a:rPr lang="en-IN" sz="1500" cap="none" spc="0" dirty="0">
                          <a:solidFill>
                            <a:schemeClr val="tx1"/>
                          </a:solidFill>
                        </a:rPr>
                        <a:t>alice@example.com</a:t>
                      </a:r>
                    </a:p>
                  </a:txBody>
                  <a:tcPr marL="130393" marR="100303" marT="100303" marB="100303"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extLst>
                  <a:ext uri="{0D108BD9-81ED-4DB2-BD59-A6C34878D82A}">
                    <a16:rowId xmlns:a16="http://schemas.microsoft.com/office/drawing/2014/main" val="3812451096"/>
                  </a:ext>
                </a:extLst>
              </a:tr>
              <a:tr h="474766">
                <a:tc>
                  <a:txBody>
                    <a:bodyPr/>
                    <a:lstStyle/>
                    <a:p>
                      <a:r>
                        <a:rPr lang="en-IN" sz="1500" cap="none" spc="0" dirty="0">
                          <a:solidFill>
                            <a:schemeClr val="tx1"/>
                          </a:solidFill>
                        </a:rPr>
                        <a:t>102</a:t>
                      </a: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r>
                        <a:rPr lang="en-IN" sz="1500" cap="none" spc="0" dirty="0">
                          <a:solidFill>
                            <a:schemeClr val="tx1"/>
                          </a:solidFill>
                        </a:rPr>
                        <a:t>Bob</a:t>
                      </a: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r>
                        <a:rPr lang="en-IN" sz="1500" cap="none" spc="0" dirty="0">
                          <a:solidFill>
                            <a:schemeClr val="tx1"/>
                          </a:solidFill>
                        </a:rPr>
                        <a:t>bob@example.com</a:t>
                      </a: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026758064"/>
                  </a:ext>
                </a:extLst>
              </a:tr>
              <a:tr h="474766">
                <a:tc>
                  <a:txBody>
                    <a:bodyPr/>
                    <a:lstStyle/>
                    <a:p>
                      <a:r>
                        <a:rPr lang="en-US" sz="1500" cap="none" spc="0" dirty="0">
                          <a:solidFill>
                            <a:schemeClr val="tx1"/>
                          </a:solidFill>
                        </a:rPr>
                        <a:t>103</a:t>
                      </a:r>
                      <a:endParaRPr lang="en-IN" sz="1500" cap="none" spc="0" dirty="0">
                        <a:solidFill>
                          <a:schemeClr val="tx1"/>
                        </a:solidFill>
                      </a:endParaRP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r>
                        <a:rPr lang="en-US" sz="1500" cap="none" spc="0" dirty="0">
                          <a:solidFill>
                            <a:schemeClr val="tx1"/>
                          </a:solidFill>
                        </a:rPr>
                        <a:t>Alice</a:t>
                      </a:r>
                      <a:endParaRPr lang="en-IN" sz="1500" cap="none" spc="0" dirty="0">
                        <a:solidFill>
                          <a:schemeClr val="tx1"/>
                        </a:solidFill>
                      </a:endParaRP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cap="none" spc="0" dirty="0">
                          <a:solidFill>
                            <a:schemeClr val="tx1"/>
                          </a:solidFill>
                        </a:rPr>
                        <a:t>alice1@example.com</a:t>
                      </a: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887860069"/>
                  </a:ext>
                </a:extLst>
              </a:tr>
            </a:tbl>
          </a:graphicData>
        </a:graphic>
      </p:graphicFrame>
    </p:spTree>
    <p:extLst>
      <p:ext uri="{BB962C8B-B14F-4D97-AF65-F5344CB8AC3E}">
        <p14:creationId xmlns:p14="http://schemas.microsoft.com/office/powerpoint/2010/main" val="28445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133C4-42AB-C524-004D-DB9A0C266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37B761-A406-C65A-69CA-6E92F87EFAB4}"/>
              </a:ext>
            </a:extLst>
          </p:cNvPr>
          <p:cNvSpPr>
            <a:spLocks noGrp="1"/>
          </p:cNvSpPr>
          <p:nvPr>
            <p:ph type="title"/>
          </p:nvPr>
        </p:nvSpPr>
        <p:spPr>
          <a:xfrm>
            <a:off x="609600" y="274638"/>
            <a:ext cx="10972800" cy="1143000"/>
          </a:xfrm>
        </p:spPr>
        <p:txBody>
          <a:bodyPr wrap="square" anchor="ctr">
            <a:normAutofit/>
          </a:body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a:ln>
                  <a:noFill/>
                </a:ln>
                <a:effectLst/>
              </a:rPr>
              <a:t>Consider a table Employee:</a:t>
            </a:r>
          </a:p>
        </p:txBody>
      </p:sp>
      <p:sp>
        <p:nvSpPr>
          <p:cNvPr id="3" name="Content Placeholder 2">
            <a:extLst>
              <a:ext uri="{FF2B5EF4-FFF2-40B4-BE49-F238E27FC236}">
                <a16:creationId xmlns:a16="http://schemas.microsoft.com/office/drawing/2014/main" id="{8C0F6DD6-71DE-F999-9A42-AC19CFAC6AA8}"/>
              </a:ext>
            </a:extLst>
          </p:cNvPr>
          <p:cNvSpPr>
            <a:spLocks noGrp="1"/>
          </p:cNvSpPr>
          <p:nvPr>
            <p:ph sz="half" idx="2"/>
          </p:nvPr>
        </p:nvSpPr>
        <p:spPr>
          <a:xfrm>
            <a:off x="838200" y="3657600"/>
            <a:ext cx="5386917" cy="3951288"/>
          </a:xfrm>
        </p:spPr>
        <p:txBody>
          <a:bodyPr wrap="square" anchor="t">
            <a:normAutofit/>
          </a:bodyPr>
          <a:lstStyle/>
          <a:p>
            <a:r>
              <a:rPr lang="en-US" dirty="0"/>
              <a:t>Super Keys: </a:t>
            </a:r>
            <a:r>
              <a:rPr lang="en-US" dirty="0" err="1"/>
              <a:t>EmpId</a:t>
            </a:r>
            <a:endParaRPr lang="en-US" dirty="0"/>
          </a:p>
          <a:p>
            <a:r>
              <a:rPr lang="en-US" dirty="0" err="1"/>
              <a:t>EmailId</a:t>
            </a:r>
            <a:endParaRPr lang="en-US" dirty="0"/>
          </a:p>
          <a:p>
            <a:r>
              <a:rPr lang="en-IN" dirty="0"/>
              <a:t>{</a:t>
            </a:r>
            <a:r>
              <a:rPr lang="en-IN" dirty="0" err="1"/>
              <a:t>EmpID</a:t>
            </a:r>
            <a:r>
              <a:rPr lang="en-IN" dirty="0"/>
              <a:t>, Name}</a:t>
            </a:r>
            <a:endParaRPr lang="en-US" dirty="0"/>
          </a:p>
          <a:p>
            <a:r>
              <a:rPr lang="en-IN" dirty="0"/>
              <a:t>{</a:t>
            </a:r>
            <a:r>
              <a:rPr lang="en-US" dirty="0" err="1"/>
              <a:t>EmailId</a:t>
            </a:r>
            <a:r>
              <a:rPr lang="en-IN" dirty="0"/>
              <a:t>, Name}</a:t>
            </a:r>
          </a:p>
          <a:p>
            <a:r>
              <a:rPr lang="en-IN" dirty="0"/>
              <a:t>{</a:t>
            </a:r>
            <a:r>
              <a:rPr lang="en-IN" dirty="0" err="1"/>
              <a:t>EmpID</a:t>
            </a:r>
            <a:r>
              <a:rPr lang="en-IN" dirty="0"/>
              <a:t>, </a:t>
            </a:r>
            <a:r>
              <a:rPr lang="en-US" dirty="0" err="1"/>
              <a:t>EmailId</a:t>
            </a:r>
            <a:r>
              <a:rPr lang="en-US" dirty="0"/>
              <a:t>}</a:t>
            </a:r>
            <a:endParaRPr lang="en-IN" dirty="0"/>
          </a:p>
          <a:p>
            <a:r>
              <a:rPr lang="en-US" dirty="0"/>
              <a:t>{</a:t>
            </a:r>
            <a:r>
              <a:rPr lang="en-US" dirty="0" err="1"/>
              <a:t>EmpId</a:t>
            </a:r>
            <a:r>
              <a:rPr lang="en-US" dirty="0"/>
              <a:t>, </a:t>
            </a:r>
            <a:r>
              <a:rPr lang="en-US" dirty="0" err="1"/>
              <a:t>EmailId</a:t>
            </a:r>
            <a:r>
              <a:rPr lang="en-US" dirty="0"/>
              <a:t>, Name}</a:t>
            </a:r>
          </a:p>
          <a:p>
            <a:endParaRPr lang="en-US" dirty="0"/>
          </a:p>
          <a:p>
            <a:endParaRPr lang="en-IN" dirty="0"/>
          </a:p>
        </p:txBody>
      </p:sp>
      <p:sp>
        <p:nvSpPr>
          <p:cNvPr id="4" name="Footer Placeholder 3">
            <a:extLst>
              <a:ext uri="{FF2B5EF4-FFF2-40B4-BE49-F238E27FC236}">
                <a16:creationId xmlns:a16="http://schemas.microsoft.com/office/drawing/2014/main" id="{A7E734B4-60E3-17E4-7C3A-E95B1B410CEB}"/>
              </a:ext>
            </a:extLst>
          </p:cNvPr>
          <p:cNvSpPr>
            <a:spLocks noGrp="1"/>
          </p:cNvSpPr>
          <p:nvPr>
            <p:ph type="ftr" sz="quarter" idx="11"/>
          </p:nvPr>
        </p:nvSpPr>
        <p:spPr>
          <a:xfrm>
            <a:off x="4165600" y="6248400"/>
            <a:ext cx="3860800" cy="457200"/>
          </a:xfrm>
        </p:spPr>
        <p:txBody>
          <a:bodyPr wrap="square" anchor="b">
            <a:normAutofit/>
          </a:bodyPr>
          <a:lstStyle/>
          <a:p>
            <a:pPr>
              <a:spcAft>
                <a:spcPts val="600"/>
              </a:spcAft>
            </a:pPr>
            <a:r>
              <a:rPr lang="en-US"/>
              <a:t>Simplified Approach to DBMS                                                     By Parteek Bhatia</a:t>
            </a:r>
            <a:endParaRPr lang="hi-IN"/>
          </a:p>
        </p:txBody>
      </p:sp>
      <p:sp>
        <p:nvSpPr>
          <p:cNvPr id="5" name="Slide Number Placeholder 4">
            <a:extLst>
              <a:ext uri="{FF2B5EF4-FFF2-40B4-BE49-F238E27FC236}">
                <a16:creationId xmlns:a16="http://schemas.microsoft.com/office/drawing/2014/main" id="{65FAFDA2-A71E-45EB-E9DE-8AB0FE108E3A}"/>
              </a:ext>
            </a:extLst>
          </p:cNvPr>
          <p:cNvSpPr>
            <a:spLocks noGrp="1"/>
          </p:cNvSpPr>
          <p:nvPr>
            <p:ph type="sldNum" sz="quarter" idx="12"/>
          </p:nvPr>
        </p:nvSpPr>
        <p:spPr>
          <a:xfrm>
            <a:off x="8737600" y="6248400"/>
            <a:ext cx="2844800" cy="457200"/>
          </a:xfrm>
        </p:spPr>
        <p:txBody>
          <a:bodyPr wrap="square" anchor="b">
            <a:normAutofit/>
          </a:bodyPr>
          <a:lstStyle/>
          <a:p>
            <a:pPr>
              <a:spcAft>
                <a:spcPts val="600"/>
              </a:spcAft>
            </a:pPr>
            <a:fld id="{CB6A375F-939A-4B86-866A-67BF28C144E1}" type="slidenum">
              <a:rPr lang="en-US" smtClean="0"/>
              <a:pPr>
                <a:spcAft>
                  <a:spcPts val="600"/>
                </a:spcAft>
              </a:pPr>
              <a:t>9</a:t>
            </a:fld>
            <a:endParaRPr lang="hi-IN"/>
          </a:p>
        </p:txBody>
      </p:sp>
      <p:graphicFrame>
        <p:nvGraphicFramePr>
          <p:cNvPr id="6" name="Table 5">
            <a:extLst>
              <a:ext uri="{FF2B5EF4-FFF2-40B4-BE49-F238E27FC236}">
                <a16:creationId xmlns:a16="http://schemas.microsoft.com/office/drawing/2014/main" id="{EEB59E7E-3FDD-CCA7-37FF-1FE7155F0CE0}"/>
              </a:ext>
            </a:extLst>
          </p:cNvPr>
          <p:cNvGraphicFramePr>
            <a:graphicFrameLocks noGrp="1"/>
          </p:cNvGraphicFramePr>
          <p:nvPr/>
        </p:nvGraphicFramePr>
        <p:xfrm>
          <a:off x="2286000" y="1416132"/>
          <a:ext cx="3949484" cy="1899064"/>
        </p:xfrm>
        <a:graphic>
          <a:graphicData uri="http://schemas.openxmlformats.org/drawingml/2006/table">
            <a:tbl>
              <a:tblPr firstRow="1" bandRow="1">
                <a:solidFill>
                  <a:srgbClr val="F2F2F2">
                    <a:alpha val="30196"/>
                  </a:srgbClr>
                </a:solidFill>
              </a:tblPr>
              <a:tblGrid>
                <a:gridCol w="955452">
                  <a:extLst>
                    <a:ext uri="{9D8B030D-6E8A-4147-A177-3AD203B41FA5}">
                      <a16:colId xmlns:a16="http://schemas.microsoft.com/office/drawing/2014/main" val="492120978"/>
                    </a:ext>
                  </a:extLst>
                </a:gridCol>
                <a:gridCol w="878832">
                  <a:extLst>
                    <a:ext uri="{9D8B030D-6E8A-4147-A177-3AD203B41FA5}">
                      <a16:colId xmlns:a16="http://schemas.microsoft.com/office/drawing/2014/main" val="837059209"/>
                    </a:ext>
                  </a:extLst>
                </a:gridCol>
                <a:gridCol w="2115200">
                  <a:extLst>
                    <a:ext uri="{9D8B030D-6E8A-4147-A177-3AD203B41FA5}">
                      <a16:colId xmlns:a16="http://schemas.microsoft.com/office/drawing/2014/main" val="1755628223"/>
                    </a:ext>
                  </a:extLst>
                </a:gridCol>
              </a:tblGrid>
              <a:tr h="474766">
                <a:tc>
                  <a:txBody>
                    <a:bodyPr/>
                    <a:lstStyle/>
                    <a:p>
                      <a:r>
                        <a:rPr lang="en-IN" sz="1500" b="0" cap="none" spc="0">
                          <a:solidFill>
                            <a:schemeClr val="bg1"/>
                          </a:solidFill>
                        </a:rPr>
                        <a:t>EmpID</a:t>
                      </a:r>
                    </a:p>
                  </a:txBody>
                  <a:tcPr marL="130393" marR="100303" marT="100303" marB="100303" anchor="ctr">
                    <a:lnL w="19050" cap="flat" cmpd="sng" algn="ctr">
                      <a:noFill/>
                      <a:prstDash val="solid"/>
                    </a:lnL>
                    <a:lnR w="12700" cmpd="sng">
                      <a:noFill/>
                    </a:lnR>
                    <a:lnT w="19050" cap="flat" cmpd="sng" algn="ctr">
                      <a:noFill/>
                      <a:prstDash val="solid"/>
                    </a:lnT>
                    <a:lnB w="38100" cmpd="sng">
                      <a:noFill/>
                    </a:lnB>
                    <a:solidFill>
                      <a:schemeClr val="accent1"/>
                    </a:solidFill>
                  </a:tcPr>
                </a:tc>
                <a:tc>
                  <a:txBody>
                    <a:bodyPr/>
                    <a:lstStyle/>
                    <a:p>
                      <a:r>
                        <a:rPr lang="en-IN" sz="1500" b="0" cap="none" spc="0">
                          <a:solidFill>
                            <a:schemeClr val="bg1"/>
                          </a:solidFill>
                        </a:rPr>
                        <a:t>Name</a:t>
                      </a:r>
                    </a:p>
                  </a:txBody>
                  <a:tcPr marL="130393" marR="100303" marT="100303" marB="100303" anchor="ctr">
                    <a:lnL w="12700" cmpd="sng">
                      <a:noFill/>
                    </a:lnL>
                    <a:lnR w="12700" cmpd="sng">
                      <a:noFill/>
                    </a:lnR>
                    <a:lnT w="19050" cap="flat" cmpd="sng" algn="ctr">
                      <a:noFill/>
                      <a:prstDash val="solid"/>
                    </a:lnT>
                    <a:lnB w="38100" cmpd="sng">
                      <a:noFill/>
                    </a:lnB>
                    <a:solidFill>
                      <a:schemeClr val="accent1"/>
                    </a:solidFill>
                  </a:tcPr>
                </a:tc>
                <a:tc>
                  <a:txBody>
                    <a:bodyPr/>
                    <a:lstStyle/>
                    <a:p>
                      <a:r>
                        <a:rPr lang="en-IN" sz="1500" b="0" cap="none" spc="0">
                          <a:solidFill>
                            <a:schemeClr val="bg1"/>
                          </a:solidFill>
                        </a:rPr>
                        <a:t>Email</a:t>
                      </a:r>
                    </a:p>
                  </a:txBody>
                  <a:tcPr marL="130393" marR="100303" marT="100303" marB="100303"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4247784926"/>
                  </a:ext>
                </a:extLst>
              </a:tr>
              <a:tr h="474766">
                <a:tc>
                  <a:txBody>
                    <a:bodyPr/>
                    <a:lstStyle/>
                    <a:p>
                      <a:r>
                        <a:rPr lang="en-IN" sz="1500" cap="none" spc="0">
                          <a:solidFill>
                            <a:schemeClr val="tx1"/>
                          </a:solidFill>
                        </a:rPr>
                        <a:t>101</a:t>
                      </a:r>
                    </a:p>
                  </a:txBody>
                  <a:tcPr marL="130393" marR="100303" marT="100303" marB="100303" anchor="ctr">
                    <a:lnL w="38100" cap="flat" cmpd="sng" algn="ctr">
                      <a:no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r>
                        <a:rPr lang="en-IN" sz="1500" cap="none" spc="0">
                          <a:solidFill>
                            <a:schemeClr val="tx1"/>
                          </a:solidFill>
                        </a:rPr>
                        <a:t>Alice</a:t>
                      </a:r>
                    </a:p>
                  </a:txBody>
                  <a:tcPr marL="130393" marR="100303" marT="100303" marB="100303"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r>
                        <a:rPr lang="en-IN" sz="1500" cap="none" spc="0" dirty="0">
                          <a:solidFill>
                            <a:schemeClr val="tx1"/>
                          </a:solidFill>
                        </a:rPr>
                        <a:t>alice@example.com</a:t>
                      </a:r>
                    </a:p>
                  </a:txBody>
                  <a:tcPr marL="130393" marR="100303" marT="100303" marB="100303"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extLst>
                  <a:ext uri="{0D108BD9-81ED-4DB2-BD59-A6C34878D82A}">
                    <a16:rowId xmlns:a16="http://schemas.microsoft.com/office/drawing/2014/main" val="3812451096"/>
                  </a:ext>
                </a:extLst>
              </a:tr>
              <a:tr h="474766">
                <a:tc>
                  <a:txBody>
                    <a:bodyPr/>
                    <a:lstStyle/>
                    <a:p>
                      <a:r>
                        <a:rPr lang="en-IN" sz="1500" cap="none" spc="0" dirty="0">
                          <a:solidFill>
                            <a:schemeClr val="tx1"/>
                          </a:solidFill>
                        </a:rPr>
                        <a:t>102</a:t>
                      </a: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r>
                        <a:rPr lang="en-IN" sz="1500" cap="none" spc="0" dirty="0">
                          <a:solidFill>
                            <a:schemeClr val="tx1"/>
                          </a:solidFill>
                        </a:rPr>
                        <a:t>Bob</a:t>
                      </a: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r>
                        <a:rPr lang="en-IN" sz="1500" cap="none" spc="0" dirty="0">
                          <a:solidFill>
                            <a:schemeClr val="tx1"/>
                          </a:solidFill>
                        </a:rPr>
                        <a:t>bob@example.com</a:t>
                      </a: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026758064"/>
                  </a:ext>
                </a:extLst>
              </a:tr>
              <a:tr h="474766">
                <a:tc>
                  <a:txBody>
                    <a:bodyPr/>
                    <a:lstStyle/>
                    <a:p>
                      <a:r>
                        <a:rPr lang="en-US" sz="1500" cap="none" spc="0" dirty="0">
                          <a:solidFill>
                            <a:schemeClr val="tx1"/>
                          </a:solidFill>
                        </a:rPr>
                        <a:t>103</a:t>
                      </a:r>
                      <a:endParaRPr lang="en-IN" sz="1500" cap="none" spc="0" dirty="0">
                        <a:solidFill>
                          <a:schemeClr val="tx1"/>
                        </a:solidFill>
                      </a:endParaRP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r>
                        <a:rPr lang="en-US" sz="1500" cap="none" spc="0" dirty="0">
                          <a:solidFill>
                            <a:schemeClr val="tx1"/>
                          </a:solidFill>
                        </a:rPr>
                        <a:t>Alice</a:t>
                      </a:r>
                      <a:endParaRPr lang="en-IN" sz="1500" cap="none" spc="0" dirty="0">
                        <a:solidFill>
                          <a:schemeClr val="tx1"/>
                        </a:solidFill>
                      </a:endParaRP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cap="none" spc="0" dirty="0">
                          <a:solidFill>
                            <a:schemeClr val="tx1"/>
                          </a:solidFill>
                        </a:rPr>
                        <a:t>alice1@example.com</a:t>
                      </a:r>
                    </a:p>
                  </a:txBody>
                  <a:tcPr marL="130393" marR="100303" marT="100303" marB="1003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887860069"/>
                  </a:ext>
                </a:extLst>
              </a:tr>
            </a:tbl>
          </a:graphicData>
        </a:graphic>
      </p:graphicFrame>
    </p:spTree>
    <p:extLst>
      <p:ext uri="{BB962C8B-B14F-4D97-AF65-F5344CB8AC3E}">
        <p14:creationId xmlns:p14="http://schemas.microsoft.com/office/powerpoint/2010/main" val="1224636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4F68282C-2F9A-8483-80D9-174E3B9C5CEC}"/>
              </a:ext>
            </a:extLst>
          </p:cNvPr>
          <p:cNvSpPr>
            <a:spLocks noChangeArrowheads="1"/>
          </p:cNvSpPr>
          <p:nvPr/>
        </p:nvSpPr>
        <p:spPr bwMode="auto">
          <a:xfrm>
            <a:off x="260352" y="228600"/>
            <a:ext cx="10687049" cy="9144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rmAutofit/>
          </a:bodyPr>
          <a:lstStyle/>
          <a:p>
            <a:pPr marL="0" marR="0" lvl="0" indent="0" algn="l" defTabSz="914400" eaLnBrk="0" latinLnBrk="0" hangingPunct="0">
              <a:lnSpc>
                <a:spcPct val="90000"/>
              </a:lnSpc>
              <a:spcAft>
                <a:spcPts val="600"/>
              </a:spcAft>
              <a:buClrTx/>
              <a:buSzTx/>
              <a:buFontTx/>
              <a:buNone/>
              <a:tabLst/>
            </a:pPr>
            <a:r>
              <a:rPr kumimoji="0" lang="en-US" altLang="en-US" sz="2600" b="1" i="0" u="none" strike="noStrike" cap="none" normalizeH="0" baseline="0">
                <a:ln>
                  <a:noFill/>
                </a:ln>
                <a:solidFill>
                  <a:schemeClr val="tx2"/>
                </a:solidFill>
                <a:effectLst/>
                <a:latin typeface="+mj-lt"/>
                <a:ea typeface="+mj-ea"/>
                <a:cs typeface="+mj-cs"/>
              </a:rPr>
              <a:t>Example</a:t>
            </a:r>
          </a:p>
          <a:p>
            <a:pPr marL="0" marR="0" lvl="0" indent="0" algn="l" defTabSz="914400" eaLnBrk="0" latinLnBrk="0" hangingPunct="0">
              <a:lnSpc>
                <a:spcPct val="90000"/>
              </a:lnSpc>
              <a:spcAft>
                <a:spcPts val="600"/>
              </a:spcAft>
              <a:buClrTx/>
              <a:buSzTx/>
              <a:buFontTx/>
              <a:buNone/>
              <a:tabLst/>
            </a:pPr>
            <a:r>
              <a:rPr kumimoji="0" lang="en-US" altLang="en-US" sz="2600" b="0" i="0" u="none" strike="noStrike" cap="none" normalizeH="0" baseline="0">
                <a:ln>
                  <a:noFill/>
                </a:ln>
                <a:solidFill>
                  <a:schemeClr val="tx2"/>
                </a:solidFill>
                <a:effectLst/>
                <a:latin typeface="+mj-lt"/>
                <a:ea typeface="+mj-ea"/>
                <a:cs typeface="+mj-cs"/>
              </a:rPr>
              <a:t>Consider a table Employee:</a:t>
            </a:r>
          </a:p>
        </p:txBody>
      </p:sp>
      <p:sp>
        <p:nvSpPr>
          <p:cNvPr id="7" name="Footer Placeholder 6">
            <a:extLst>
              <a:ext uri="{FF2B5EF4-FFF2-40B4-BE49-F238E27FC236}">
                <a16:creationId xmlns:a16="http://schemas.microsoft.com/office/drawing/2014/main" id="{7BEB3A02-F544-130E-9B73-EAFE5F417CF9}"/>
              </a:ext>
            </a:extLst>
          </p:cNvPr>
          <p:cNvSpPr>
            <a:spLocks noGrp="1"/>
          </p:cNvSpPr>
          <p:nvPr>
            <p:ph type="ftr" sz="quarter" idx="11"/>
          </p:nvPr>
        </p:nvSpPr>
        <p:spPr>
          <a:xfrm>
            <a:off x="4165600" y="6248400"/>
            <a:ext cx="3860800" cy="457200"/>
          </a:xfrm>
        </p:spPr>
        <p:txBody>
          <a:bodyPr vert="horz" wrap="square" lIns="91440" tIns="45720" rIns="91440" bIns="45720" numCol="1" anchor="b" anchorCtr="0" compatLnSpc="1">
            <a:prstTxWarp prst="textNoShape">
              <a:avLst/>
            </a:prstTxWarp>
            <a:normAutofit/>
          </a:bodyPr>
          <a:lstStyle/>
          <a:p>
            <a:pPr>
              <a:spcAft>
                <a:spcPts val="600"/>
              </a:spcAft>
            </a:pPr>
            <a:r>
              <a:rPr lang="en-US"/>
              <a:t>Simplified Approach to DBMS                                                     By Parteek Bhatia</a:t>
            </a:r>
            <a:endParaRPr lang="hi-IN"/>
          </a:p>
        </p:txBody>
      </p:sp>
      <p:sp>
        <p:nvSpPr>
          <p:cNvPr id="8" name="Slide Number Placeholder 7">
            <a:extLst>
              <a:ext uri="{FF2B5EF4-FFF2-40B4-BE49-F238E27FC236}">
                <a16:creationId xmlns:a16="http://schemas.microsoft.com/office/drawing/2014/main" id="{6B8F9084-0D1C-E1B4-9EE6-A63A832B8769}"/>
              </a:ext>
            </a:extLst>
          </p:cNvPr>
          <p:cNvSpPr>
            <a:spLocks noGrp="1"/>
          </p:cNvSpPr>
          <p:nvPr>
            <p:ph type="sldNum" sz="quarter" idx="12"/>
          </p:nvPr>
        </p:nvSpPr>
        <p:spPr>
          <a:xfrm>
            <a:off x="8737600" y="6248400"/>
            <a:ext cx="2844800" cy="457200"/>
          </a:xfrm>
        </p:spPr>
        <p:txBody>
          <a:bodyPr vert="horz" wrap="square" lIns="91440" tIns="45720" rIns="91440" bIns="45720" numCol="1" anchor="b" anchorCtr="0" compatLnSpc="1">
            <a:prstTxWarp prst="textNoShape">
              <a:avLst/>
            </a:prstTxWarp>
            <a:normAutofit/>
          </a:bodyPr>
          <a:lstStyle/>
          <a:p>
            <a:pPr>
              <a:spcAft>
                <a:spcPts val="600"/>
              </a:spcAft>
            </a:pPr>
            <a:fld id="{07AF748B-BCFD-426B-B244-43F0DA518123}" type="slidenum">
              <a:rPr lang="en-US" smtClean="0"/>
              <a:pPr>
                <a:spcAft>
                  <a:spcPts val="600"/>
                </a:spcAft>
              </a:pPr>
              <a:t>10</a:t>
            </a:fld>
            <a:endParaRPr lang="hi-IN"/>
          </a:p>
        </p:txBody>
      </p:sp>
      <p:graphicFrame>
        <p:nvGraphicFramePr>
          <p:cNvPr id="9" name="Content Placeholder 8">
            <a:extLst>
              <a:ext uri="{FF2B5EF4-FFF2-40B4-BE49-F238E27FC236}">
                <a16:creationId xmlns:a16="http://schemas.microsoft.com/office/drawing/2014/main" id="{1FBCFD6D-0328-4431-CBA3-36DCA1A38E68}"/>
              </a:ext>
            </a:extLst>
          </p:cNvPr>
          <p:cNvGraphicFramePr>
            <a:graphicFrameLocks noGrp="1"/>
          </p:cNvGraphicFramePr>
          <p:nvPr>
            <p:ph idx="1"/>
            <p:extLst>
              <p:ext uri="{D42A27DB-BD31-4B8C-83A1-F6EECF244321}">
                <p14:modId xmlns:p14="http://schemas.microsoft.com/office/powerpoint/2010/main" val="1737533266"/>
              </p:ext>
            </p:extLst>
          </p:nvPr>
        </p:nvGraphicFramePr>
        <p:xfrm>
          <a:off x="609600" y="1676400"/>
          <a:ext cx="10566401" cy="2970260"/>
        </p:xfrm>
        <a:graphic>
          <a:graphicData uri="http://schemas.openxmlformats.org/drawingml/2006/table">
            <a:tbl>
              <a:tblPr firstRow="1" bandRow="1"/>
              <a:tblGrid>
                <a:gridCol w="1841001">
                  <a:extLst>
                    <a:ext uri="{9D8B030D-6E8A-4147-A177-3AD203B41FA5}">
                      <a16:colId xmlns:a16="http://schemas.microsoft.com/office/drawing/2014/main" val="4120822185"/>
                    </a:ext>
                  </a:extLst>
                </a:gridCol>
                <a:gridCol w="1685887">
                  <a:extLst>
                    <a:ext uri="{9D8B030D-6E8A-4147-A177-3AD203B41FA5}">
                      <a16:colId xmlns:a16="http://schemas.microsoft.com/office/drawing/2014/main" val="779184702"/>
                    </a:ext>
                  </a:extLst>
                </a:gridCol>
                <a:gridCol w="4217779">
                  <a:extLst>
                    <a:ext uri="{9D8B030D-6E8A-4147-A177-3AD203B41FA5}">
                      <a16:colId xmlns:a16="http://schemas.microsoft.com/office/drawing/2014/main" val="3203677760"/>
                    </a:ext>
                  </a:extLst>
                </a:gridCol>
                <a:gridCol w="2821734">
                  <a:extLst>
                    <a:ext uri="{9D8B030D-6E8A-4147-A177-3AD203B41FA5}">
                      <a16:colId xmlns:a16="http://schemas.microsoft.com/office/drawing/2014/main" val="3926777179"/>
                    </a:ext>
                  </a:extLst>
                </a:gridCol>
              </a:tblGrid>
              <a:tr h="742565">
                <a:tc>
                  <a:txBody>
                    <a:bodyPr/>
                    <a:lstStyle/>
                    <a:p>
                      <a:r>
                        <a:rPr lang="en-IN" sz="3200"/>
                        <a:t>EmpID</a:t>
                      </a:r>
                    </a:p>
                  </a:txBody>
                  <a:tcPr marL="146922" marR="146922" marT="73460" marB="73460" anchor="ctr">
                    <a:lnL>
                      <a:noFill/>
                    </a:lnL>
                    <a:lnR>
                      <a:noFill/>
                    </a:lnR>
                    <a:lnT>
                      <a:noFill/>
                    </a:lnT>
                    <a:lnB>
                      <a:noFill/>
                    </a:lnB>
                    <a:noFill/>
                  </a:tcPr>
                </a:tc>
                <a:tc>
                  <a:txBody>
                    <a:bodyPr/>
                    <a:lstStyle/>
                    <a:p>
                      <a:r>
                        <a:rPr lang="en-IN" sz="3200"/>
                        <a:t>Name</a:t>
                      </a:r>
                    </a:p>
                  </a:txBody>
                  <a:tcPr marL="146922" marR="146922" marT="73460" marB="73460" anchor="ctr">
                    <a:lnL>
                      <a:noFill/>
                    </a:lnL>
                    <a:lnR>
                      <a:noFill/>
                    </a:lnR>
                    <a:lnT>
                      <a:noFill/>
                    </a:lnT>
                    <a:lnB>
                      <a:noFill/>
                    </a:lnB>
                    <a:noFill/>
                  </a:tcPr>
                </a:tc>
                <a:tc>
                  <a:txBody>
                    <a:bodyPr/>
                    <a:lstStyle/>
                    <a:p>
                      <a:r>
                        <a:rPr lang="en-IN" sz="3200"/>
                        <a:t>Email</a:t>
                      </a:r>
                    </a:p>
                  </a:txBody>
                  <a:tcPr marL="146922" marR="146922" marT="73460" marB="73460" anchor="ctr">
                    <a:lnL>
                      <a:noFill/>
                    </a:lnL>
                    <a:lnR>
                      <a:noFill/>
                    </a:lnR>
                    <a:lnT>
                      <a:noFill/>
                    </a:lnT>
                    <a:lnB>
                      <a:noFill/>
                    </a:lnB>
                    <a:noFill/>
                  </a:tcPr>
                </a:tc>
                <a:tc>
                  <a:txBody>
                    <a:bodyPr/>
                    <a:lstStyle/>
                    <a:p>
                      <a:r>
                        <a:rPr lang="en-IN" sz="3200"/>
                        <a:t>Phone</a:t>
                      </a:r>
                    </a:p>
                  </a:txBody>
                  <a:tcPr marL="146922" marR="146922" marT="73460" marB="73460" anchor="ctr">
                    <a:lnL>
                      <a:noFill/>
                    </a:lnL>
                    <a:lnR>
                      <a:noFill/>
                    </a:lnR>
                    <a:lnT>
                      <a:noFill/>
                    </a:lnT>
                    <a:lnB>
                      <a:noFill/>
                    </a:lnB>
                    <a:noFill/>
                  </a:tcPr>
                </a:tc>
                <a:extLst>
                  <a:ext uri="{0D108BD9-81ED-4DB2-BD59-A6C34878D82A}">
                    <a16:rowId xmlns:a16="http://schemas.microsoft.com/office/drawing/2014/main" val="4240886875"/>
                  </a:ext>
                </a:extLst>
              </a:tr>
              <a:tr h="742565">
                <a:tc>
                  <a:txBody>
                    <a:bodyPr/>
                    <a:lstStyle/>
                    <a:p>
                      <a:r>
                        <a:rPr lang="en-IN" sz="3200"/>
                        <a:t>101</a:t>
                      </a:r>
                    </a:p>
                  </a:txBody>
                  <a:tcPr marL="146922" marR="146922" marT="73460" marB="73460" anchor="ctr">
                    <a:lnL>
                      <a:noFill/>
                    </a:lnL>
                    <a:lnR>
                      <a:noFill/>
                    </a:lnR>
                    <a:lnT>
                      <a:noFill/>
                    </a:lnT>
                    <a:lnB>
                      <a:noFill/>
                    </a:lnB>
                    <a:noFill/>
                  </a:tcPr>
                </a:tc>
                <a:tc>
                  <a:txBody>
                    <a:bodyPr/>
                    <a:lstStyle/>
                    <a:p>
                      <a:r>
                        <a:rPr lang="en-IN" sz="3200"/>
                        <a:t>Alice</a:t>
                      </a:r>
                    </a:p>
                  </a:txBody>
                  <a:tcPr marL="146922" marR="146922" marT="73460" marB="73460" anchor="ctr">
                    <a:lnL>
                      <a:noFill/>
                    </a:lnL>
                    <a:lnR>
                      <a:noFill/>
                    </a:lnR>
                    <a:lnT>
                      <a:noFill/>
                    </a:lnT>
                    <a:lnB>
                      <a:noFill/>
                    </a:lnB>
                    <a:noFill/>
                  </a:tcPr>
                </a:tc>
                <a:tc>
                  <a:txBody>
                    <a:bodyPr/>
                    <a:lstStyle/>
                    <a:p>
                      <a:r>
                        <a:rPr lang="en-IN" sz="3200" dirty="0"/>
                        <a:t>alice@example.com</a:t>
                      </a:r>
                    </a:p>
                  </a:txBody>
                  <a:tcPr marL="146922" marR="146922" marT="73460" marB="73460" anchor="ctr">
                    <a:lnL>
                      <a:noFill/>
                    </a:lnL>
                    <a:lnR>
                      <a:noFill/>
                    </a:lnR>
                    <a:lnT>
                      <a:noFill/>
                    </a:lnT>
                    <a:lnB>
                      <a:noFill/>
                    </a:lnB>
                    <a:noFill/>
                  </a:tcPr>
                </a:tc>
                <a:tc>
                  <a:txBody>
                    <a:bodyPr/>
                    <a:lstStyle/>
                    <a:p>
                      <a:r>
                        <a:rPr lang="en-IN" sz="3200" dirty="0"/>
                        <a:t>1234567890</a:t>
                      </a:r>
                    </a:p>
                  </a:txBody>
                  <a:tcPr marL="146922" marR="146922" marT="73460" marB="73460" anchor="ctr">
                    <a:lnL>
                      <a:noFill/>
                    </a:lnL>
                    <a:lnR>
                      <a:noFill/>
                    </a:lnR>
                    <a:lnT>
                      <a:noFill/>
                    </a:lnT>
                    <a:lnB>
                      <a:noFill/>
                    </a:lnB>
                    <a:noFill/>
                  </a:tcPr>
                </a:tc>
                <a:extLst>
                  <a:ext uri="{0D108BD9-81ED-4DB2-BD59-A6C34878D82A}">
                    <a16:rowId xmlns:a16="http://schemas.microsoft.com/office/drawing/2014/main" val="4224258143"/>
                  </a:ext>
                </a:extLst>
              </a:tr>
              <a:tr h="742565">
                <a:tc>
                  <a:txBody>
                    <a:bodyPr/>
                    <a:lstStyle/>
                    <a:p>
                      <a:r>
                        <a:rPr lang="en-IN" sz="3200"/>
                        <a:t>102</a:t>
                      </a:r>
                    </a:p>
                  </a:txBody>
                  <a:tcPr marL="146922" marR="146922" marT="73460" marB="73460" anchor="ctr">
                    <a:lnL>
                      <a:noFill/>
                    </a:lnL>
                    <a:lnR>
                      <a:noFill/>
                    </a:lnR>
                    <a:lnT>
                      <a:noFill/>
                    </a:lnT>
                    <a:lnB>
                      <a:noFill/>
                    </a:lnB>
                    <a:noFill/>
                  </a:tcPr>
                </a:tc>
                <a:tc>
                  <a:txBody>
                    <a:bodyPr/>
                    <a:lstStyle/>
                    <a:p>
                      <a:r>
                        <a:rPr lang="en-US" sz="3200" dirty="0"/>
                        <a:t>Bob</a:t>
                      </a:r>
                      <a:endParaRPr lang="en-IN" sz="3200" dirty="0"/>
                    </a:p>
                  </a:txBody>
                  <a:tcPr marL="146922" marR="146922" marT="73460" marB="73460" anchor="ctr">
                    <a:lnL>
                      <a:noFill/>
                    </a:lnL>
                    <a:lnR>
                      <a:noFill/>
                    </a:lnR>
                    <a:lnT>
                      <a:noFill/>
                    </a:lnT>
                    <a:lnB>
                      <a:noFill/>
                    </a:lnB>
                    <a:noFill/>
                  </a:tcPr>
                </a:tc>
                <a:tc>
                  <a:txBody>
                    <a:bodyPr/>
                    <a:lstStyle/>
                    <a:p>
                      <a:r>
                        <a:rPr lang="en-IN" sz="3200" dirty="0"/>
                        <a:t>bob@example.com</a:t>
                      </a:r>
                    </a:p>
                  </a:txBody>
                  <a:tcPr marL="146922" marR="146922" marT="73460" marB="73460" anchor="ctr">
                    <a:lnL>
                      <a:noFill/>
                    </a:lnL>
                    <a:lnR>
                      <a:noFill/>
                    </a:lnR>
                    <a:lnT>
                      <a:noFill/>
                    </a:lnT>
                    <a:lnB>
                      <a:noFill/>
                    </a:lnB>
                    <a:noFill/>
                  </a:tcPr>
                </a:tc>
                <a:tc>
                  <a:txBody>
                    <a:bodyPr/>
                    <a:lstStyle/>
                    <a:p>
                      <a:r>
                        <a:rPr lang="en-IN" sz="3200" dirty="0"/>
                        <a:t>9876543210</a:t>
                      </a:r>
                    </a:p>
                  </a:txBody>
                  <a:tcPr marL="146922" marR="146922" marT="73460" marB="73460" anchor="ctr">
                    <a:lnL>
                      <a:noFill/>
                    </a:lnL>
                    <a:lnR>
                      <a:noFill/>
                    </a:lnR>
                    <a:lnT>
                      <a:noFill/>
                    </a:lnT>
                    <a:lnB>
                      <a:noFill/>
                    </a:lnB>
                    <a:noFill/>
                  </a:tcPr>
                </a:tc>
                <a:extLst>
                  <a:ext uri="{0D108BD9-81ED-4DB2-BD59-A6C34878D82A}">
                    <a16:rowId xmlns:a16="http://schemas.microsoft.com/office/drawing/2014/main" val="2572685239"/>
                  </a:ext>
                </a:extLst>
              </a:tr>
              <a:tr h="742565">
                <a:tc>
                  <a:txBody>
                    <a:bodyPr/>
                    <a:lstStyle/>
                    <a:p>
                      <a:r>
                        <a:rPr lang="en-US" sz="3200" dirty="0"/>
                        <a:t>103</a:t>
                      </a:r>
                      <a:endParaRPr lang="en-IN" sz="3200" dirty="0"/>
                    </a:p>
                  </a:txBody>
                  <a:tcPr marL="146922" marR="146922" marT="73460" marB="73460" anchor="ctr">
                    <a:lnL>
                      <a:noFill/>
                    </a:lnL>
                    <a:lnR>
                      <a:noFill/>
                    </a:lnR>
                    <a:lnT>
                      <a:noFill/>
                    </a:lnT>
                    <a:lnB>
                      <a:noFill/>
                    </a:lnB>
                    <a:noFill/>
                  </a:tcPr>
                </a:tc>
                <a:tc>
                  <a:txBody>
                    <a:bodyPr/>
                    <a:lstStyle/>
                    <a:p>
                      <a:r>
                        <a:rPr lang="en-US" sz="3200" dirty="0"/>
                        <a:t>Alice</a:t>
                      </a:r>
                      <a:endParaRPr lang="en-IN" sz="3200" dirty="0"/>
                    </a:p>
                  </a:txBody>
                  <a:tcPr marL="146922" marR="146922" marT="73460" marB="73460" anchor="ctr">
                    <a:lnL>
                      <a:noFill/>
                    </a:lnL>
                    <a:lnR>
                      <a:noFill/>
                    </a:lnR>
                    <a:lnT>
                      <a:noFill/>
                    </a:lnT>
                    <a:lnB>
                      <a:noFill/>
                    </a:lnB>
                    <a:noFill/>
                  </a:tcPr>
                </a:tc>
                <a:tc>
                  <a:txBody>
                    <a:bodyPr/>
                    <a:lstStyle/>
                    <a:p>
                      <a:r>
                        <a:rPr lang="en-IN" sz="3200" dirty="0"/>
                        <a:t>alice1@example.com</a:t>
                      </a:r>
                    </a:p>
                  </a:txBody>
                  <a:tcPr marL="146922" marR="146922" marT="73460" marB="73460" anchor="ctr">
                    <a:lnL>
                      <a:noFill/>
                    </a:lnL>
                    <a:lnR>
                      <a:noFill/>
                    </a:lnR>
                    <a:lnT>
                      <a:noFill/>
                    </a:lnT>
                    <a:lnB>
                      <a:noFill/>
                    </a:lnB>
                    <a:noFill/>
                  </a:tcPr>
                </a:tc>
                <a:tc>
                  <a:txBody>
                    <a:bodyPr/>
                    <a:lstStyle/>
                    <a:p>
                      <a:r>
                        <a:rPr lang="en-IN" sz="3200" dirty="0"/>
                        <a:t>2134567890</a:t>
                      </a:r>
                    </a:p>
                  </a:txBody>
                  <a:tcPr marL="146922" marR="146922" marT="73460" marB="73460" anchor="ctr">
                    <a:lnL>
                      <a:noFill/>
                    </a:lnL>
                    <a:lnR>
                      <a:noFill/>
                    </a:lnR>
                    <a:lnT>
                      <a:noFill/>
                    </a:lnT>
                    <a:lnB>
                      <a:noFill/>
                    </a:lnB>
                    <a:noFill/>
                  </a:tcPr>
                </a:tc>
                <a:extLst>
                  <a:ext uri="{0D108BD9-81ED-4DB2-BD59-A6C34878D82A}">
                    <a16:rowId xmlns:a16="http://schemas.microsoft.com/office/drawing/2014/main" val="1625424131"/>
                  </a:ext>
                </a:extLst>
              </a:tr>
            </a:tbl>
          </a:graphicData>
        </a:graphic>
      </p:graphicFrame>
    </p:spTree>
    <p:extLst>
      <p:ext uri="{BB962C8B-B14F-4D97-AF65-F5344CB8AC3E}">
        <p14:creationId xmlns:p14="http://schemas.microsoft.com/office/powerpoint/2010/main" val="2059931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63EE0-84D5-6342-78FB-50E47B3CA7FD}"/>
              </a:ext>
            </a:extLst>
          </p:cNvPr>
          <p:cNvSpPr>
            <a:spLocks noGrp="1"/>
          </p:cNvSpPr>
          <p:nvPr>
            <p:ph type="title"/>
          </p:nvPr>
        </p:nvSpPr>
        <p:spPr/>
        <p:txBody>
          <a:bodyPr/>
          <a:lstStyle/>
          <a:p>
            <a:r>
              <a:rPr lang="en-US" dirty="0"/>
              <a:t>Candidate Key</a:t>
            </a:r>
            <a:endParaRPr lang="en-IN" dirty="0"/>
          </a:p>
        </p:txBody>
      </p:sp>
      <p:sp>
        <p:nvSpPr>
          <p:cNvPr id="3" name="Content Placeholder 2">
            <a:extLst>
              <a:ext uri="{FF2B5EF4-FFF2-40B4-BE49-F238E27FC236}">
                <a16:creationId xmlns:a16="http://schemas.microsoft.com/office/drawing/2014/main" id="{4102A254-74A6-CE43-7DC1-1E7953CAC15B}"/>
              </a:ext>
            </a:extLst>
          </p:cNvPr>
          <p:cNvSpPr>
            <a:spLocks noGrp="1"/>
          </p:cNvSpPr>
          <p:nvPr>
            <p:ph idx="1"/>
          </p:nvPr>
        </p:nvSpPr>
        <p:spPr/>
        <p:txBody>
          <a:bodyPr/>
          <a:lstStyle/>
          <a:p>
            <a:pPr marL="0" indent="0">
              <a:buNone/>
            </a:pPr>
            <a:r>
              <a:rPr lang="en-US" b="1" dirty="0"/>
              <a:t>Candidate Key (Minimal </a:t>
            </a:r>
            <a:r>
              <a:rPr lang="en-US" b="1" dirty="0" err="1"/>
              <a:t>Superkey</a:t>
            </a:r>
            <a:r>
              <a:rPr lang="en-US" b="1" dirty="0"/>
              <a:t>) :</a:t>
            </a:r>
          </a:p>
          <a:p>
            <a:r>
              <a:rPr lang="en-US" dirty="0"/>
              <a:t>A candidate key is a minimal (irreducible) </a:t>
            </a:r>
            <a:r>
              <a:rPr lang="en-US" dirty="0" err="1"/>
              <a:t>superkey</a:t>
            </a:r>
            <a:r>
              <a:rPr lang="en-US" dirty="0"/>
              <a:t>, meaning it contains no extra attributes. </a:t>
            </a:r>
          </a:p>
          <a:p>
            <a:r>
              <a:rPr lang="en-US" dirty="0"/>
              <a:t>In the above example:</a:t>
            </a:r>
          </a:p>
          <a:p>
            <a:r>
              <a:rPr lang="en-US" dirty="0"/>
              <a:t>{</a:t>
            </a:r>
            <a:r>
              <a:rPr lang="en-US" dirty="0" err="1"/>
              <a:t>EmpID</a:t>
            </a:r>
            <a:r>
              <a:rPr lang="en-US" dirty="0"/>
              <a:t>} and {Email} are candidate keys because they are minimal and sufficient to uniquely identify rows.</a:t>
            </a:r>
            <a:endParaRPr lang="en-IN" dirty="0"/>
          </a:p>
        </p:txBody>
      </p:sp>
      <p:sp>
        <p:nvSpPr>
          <p:cNvPr id="4" name="Footer Placeholder 3">
            <a:extLst>
              <a:ext uri="{FF2B5EF4-FFF2-40B4-BE49-F238E27FC236}">
                <a16:creationId xmlns:a16="http://schemas.microsoft.com/office/drawing/2014/main" id="{4D0117E0-BCB5-A51D-7ACC-AFE02DAED805}"/>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325E9023-ADC4-1FAA-7749-6FFD7990CC7C}"/>
              </a:ext>
            </a:extLst>
          </p:cNvPr>
          <p:cNvSpPr>
            <a:spLocks noGrp="1"/>
          </p:cNvSpPr>
          <p:nvPr>
            <p:ph type="sldNum" sz="quarter" idx="12"/>
          </p:nvPr>
        </p:nvSpPr>
        <p:spPr/>
        <p:txBody>
          <a:bodyPr/>
          <a:lstStyle/>
          <a:p>
            <a:fld id="{CB6A375F-939A-4B86-866A-67BF28C144E1}" type="slidenum">
              <a:rPr lang="en-US" smtClean="0"/>
              <a:pPr/>
              <a:t>11</a:t>
            </a:fld>
            <a:endParaRPr lang="hi-IN"/>
          </a:p>
        </p:txBody>
      </p:sp>
    </p:spTree>
    <p:extLst>
      <p:ext uri="{BB962C8B-B14F-4D97-AF65-F5344CB8AC3E}">
        <p14:creationId xmlns:p14="http://schemas.microsoft.com/office/powerpoint/2010/main" val="110323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72C7B-4117-4945-A5C0-F9B21B5CF2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4E72516-0312-4FB8-A5C1-41493F79F904}"/>
              </a:ext>
            </a:extLst>
          </p:cNvPr>
          <p:cNvSpPr>
            <a:spLocks noGrp="1"/>
          </p:cNvSpPr>
          <p:nvPr>
            <p:ph idx="1"/>
          </p:nvPr>
        </p:nvSpPr>
        <p:spPr/>
        <p:txBody>
          <a:bodyPr/>
          <a:lstStyle/>
          <a:p>
            <a:r>
              <a:rPr lang="en-US" dirty="0"/>
              <a:t>A </a:t>
            </a:r>
            <a:r>
              <a:rPr lang="en-US" b="1" dirty="0" err="1"/>
              <a:t>superkey</a:t>
            </a:r>
            <a:r>
              <a:rPr lang="en-US" dirty="0"/>
              <a:t> ensures row uniqueness in a database table, while a </a:t>
            </a:r>
            <a:r>
              <a:rPr lang="en-US" b="1" dirty="0"/>
              <a:t>candidate key</a:t>
            </a:r>
            <a:r>
              <a:rPr lang="en-US" dirty="0"/>
              <a:t> is the minimal version of a </a:t>
            </a:r>
            <a:r>
              <a:rPr lang="en-US" dirty="0" err="1"/>
              <a:t>superkey</a:t>
            </a:r>
            <a:r>
              <a:rPr lang="en-US" dirty="0"/>
              <a:t>, containing only the essential attributes needed for uniqueness.</a:t>
            </a:r>
            <a:endParaRPr lang="en-IN" dirty="0"/>
          </a:p>
        </p:txBody>
      </p:sp>
      <p:sp>
        <p:nvSpPr>
          <p:cNvPr id="4" name="Footer Placeholder 3">
            <a:extLst>
              <a:ext uri="{FF2B5EF4-FFF2-40B4-BE49-F238E27FC236}">
                <a16:creationId xmlns:a16="http://schemas.microsoft.com/office/drawing/2014/main" id="{0E2B5F02-C679-48B1-B1BC-B251B996F492}"/>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5ADBA5BB-9AAD-4BAE-ADDE-0111B71CF4E9}"/>
              </a:ext>
            </a:extLst>
          </p:cNvPr>
          <p:cNvSpPr>
            <a:spLocks noGrp="1"/>
          </p:cNvSpPr>
          <p:nvPr>
            <p:ph type="sldNum" sz="quarter" idx="12"/>
          </p:nvPr>
        </p:nvSpPr>
        <p:spPr/>
        <p:txBody>
          <a:bodyPr/>
          <a:lstStyle/>
          <a:p>
            <a:fld id="{CB6A375F-939A-4B86-866A-67BF28C144E1}" type="slidenum">
              <a:rPr lang="en-US" smtClean="0"/>
              <a:pPr/>
              <a:t>12</a:t>
            </a:fld>
            <a:endParaRPr lang="hi-IN"/>
          </a:p>
        </p:txBody>
      </p:sp>
    </p:spTree>
    <p:extLst>
      <p:ext uri="{BB962C8B-B14F-4D97-AF65-F5344CB8AC3E}">
        <p14:creationId xmlns:p14="http://schemas.microsoft.com/office/powerpoint/2010/main" val="1195148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E5D4C-5B7E-0354-20D7-9F725F16A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DA7E2-7F20-8973-9E47-439437D05B4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7FEB49E-1FD4-D130-6416-5A2881C275F7}"/>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id="{8A6B46CC-7B3A-73F3-F3C2-8F0B0759664C}"/>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A5424EA6-67BC-2E55-5594-C44ABD1A170F}"/>
              </a:ext>
            </a:extLst>
          </p:cNvPr>
          <p:cNvSpPr>
            <a:spLocks noGrp="1"/>
          </p:cNvSpPr>
          <p:nvPr>
            <p:ph type="sldNum" sz="quarter" idx="12"/>
          </p:nvPr>
        </p:nvSpPr>
        <p:spPr/>
        <p:txBody>
          <a:bodyPr/>
          <a:lstStyle/>
          <a:p>
            <a:fld id="{CB6A375F-939A-4B86-866A-67BF28C144E1}" type="slidenum">
              <a:rPr lang="en-US" smtClean="0"/>
              <a:pPr/>
              <a:t>13</a:t>
            </a:fld>
            <a:endParaRPr lang="hi-IN"/>
          </a:p>
        </p:txBody>
      </p:sp>
      <p:sp>
        <p:nvSpPr>
          <p:cNvPr id="6" name="Oval 5">
            <a:extLst>
              <a:ext uri="{FF2B5EF4-FFF2-40B4-BE49-F238E27FC236}">
                <a16:creationId xmlns:a16="http://schemas.microsoft.com/office/drawing/2014/main" id="{532CB90E-1EBF-B627-8FB6-DEAB0E028889}"/>
              </a:ext>
            </a:extLst>
          </p:cNvPr>
          <p:cNvSpPr/>
          <p:nvPr/>
        </p:nvSpPr>
        <p:spPr bwMode="auto">
          <a:xfrm>
            <a:off x="3241676" y="1714500"/>
            <a:ext cx="4724400" cy="41910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Mangal" pitchFamily="2" charset="0"/>
              </a:rPr>
              <a:t>Super key</a:t>
            </a:r>
          </a:p>
          <a:p>
            <a:pPr marL="0" marR="0" indent="0" algn="ctr" defTabSz="914400" rtl="0" eaLnBrk="1" fontAlgn="base" latinLnBrk="0" hangingPunct="1">
              <a:lnSpc>
                <a:spcPct val="100000"/>
              </a:lnSpc>
              <a:spcBef>
                <a:spcPct val="0"/>
              </a:spcBef>
              <a:spcAft>
                <a:spcPct val="0"/>
              </a:spcAft>
              <a:buClrTx/>
              <a:buSzTx/>
              <a:buFontTx/>
              <a:buNone/>
              <a:tabLst/>
            </a:pPr>
            <a:r>
              <a:rPr lang="en-US" dirty="0"/>
              <a:t>A </a:t>
            </a:r>
            <a:r>
              <a:rPr lang="en-US" b="1" dirty="0" err="1"/>
              <a:t>superkey</a:t>
            </a:r>
            <a:r>
              <a:rPr lang="en-US" dirty="0"/>
              <a:t> in a database is a set </a:t>
            </a:r>
          </a:p>
          <a:p>
            <a:pPr marL="0" marR="0" indent="0" algn="ctr" defTabSz="914400" rtl="0" eaLnBrk="1" fontAlgn="base" latinLnBrk="0" hangingPunct="1">
              <a:lnSpc>
                <a:spcPct val="100000"/>
              </a:lnSpc>
              <a:spcBef>
                <a:spcPct val="0"/>
              </a:spcBef>
              <a:spcAft>
                <a:spcPct val="0"/>
              </a:spcAft>
              <a:buClrTx/>
              <a:buSzTx/>
              <a:buFontTx/>
              <a:buNone/>
              <a:tabLst/>
            </a:pPr>
            <a:r>
              <a:rPr lang="en-US" dirty="0"/>
              <a:t>of one or more attributes (columns) that </a:t>
            </a:r>
          </a:p>
          <a:p>
            <a:pPr marL="0" marR="0" indent="0" algn="ctr" defTabSz="914400" rtl="0" eaLnBrk="1" fontAlgn="base" latinLnBrk="0" hangingPunct="1">
              <a:lnSpc>
                <a:spcPct val="100000"/>
              </a:lnSpc>
              <a:spcBef>
                <a:spcPct val="0"/>
              </a:spcBef>
              <a:spcAft>
                <a:spcPct val="0"/>
              </a:spcAft>
              <a:buClrTx/>
              <a:buSzTx/>
              <a:buFontTx/>
              <a:buNone/>
              <a:tabLst/>
            </a:pPr>
            <a:r>
              <a:rPr lang="en-US" dirty="0"/>
              <a:t>uniquely identify a row in a table.</a:t>
            </a:r>
            <a:endParaRPr kumimoji="0" lang="en-IN" sz="1800" b="1" i="0" u="none" strike="noStrike" cap="none" normalizeH="0" baseline="0" dirty="0">
              <a:ln>
                <a:noFill/>
              </a:ln>
              <a:solidFill>
                <a:schemeClr val="tx1"/>
              </a:solidFill>
              <a:effectLst/>
              <a:latin typeface="Arial" charset="0"/>
              <a:cs typeface="Mangal" pitchFamily="2" charset="0"/>
            </a:endParaRPr>
          </a:p>
        </p:txBody>
      </p:sp>
    </p:spTree>
    <p:extLst>
      <p:ext uri="{BB962C8B-B14F-4D97-AF65-F5344CB8AC3E}">
        <p14:creationId xmlns:p14="http://schemas.microsoft.com/office/powerpoint/2010/main" val="886718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0C878-722D-E00F-3C1D-CD3F46506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41D34-2491-8389-A0AA-741FCD7C168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943173-8361-E1D0-5C0C-C8B64156F183}"/>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BEA7DC1A-E234-2AB4-DB56-C1B81B6F7DBC}"/>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C5DFF487-2756-9E4E-A190-2B7C18B9BEFB}"/>
              </a:ext>
            </a:extLst>
          </p:cNvPr>
          <p:cNvSpPr>
            <a:spLocks noGrp="1"/>
          </p:cNvSpPr>
          <p:nvPr>
            <p:ph type="sldNum" sz="quarter" idx="12"/>
          </p:nvPr>
        </p:nvSpPr>
        <p:spPr/>
        <p:txBody>
          <a:bodyPr/>
          <a:lstStyle/>
          <a:p>
            <a:fld id="{CB6A375F-939A-4B86-866A-67BF28C144E1}" type="slidenum">
              <a:rPr lang="en-US" smtClean="0"/>
              <a:pPr/>
              <a:t>14</a:t>
            </a:fld>
            <a:endParaRPr lang="hi-IN"/>
          </a:p>
        </p:txBody>
      </p:sp>
      <p:sp>
        <p:nvSpPr>
          <p:cNvPr id="6" name="Oval 5">
            <a:extLst>
              <a:ext uri="{FF2B5EF4-FFF2-40B4-BE49-F238E27FC236}">
                <a16:creationId xmlns:a16="http://schemas.microsoft.com/office/drawing/2014/main" id="{DF942662-FA30-3C94-C534-8C43D50E9EF3}"/>
              </a:ext>
            </a:extLst>
          </p:cNvPr>
          <p:cNvSpPr/>
          <p:nvPr/>
        </p:nvSpPr>
        <p:spPr bwMode="auto">
          <a:xfrm>
            <a:off x="3241676" y="1714500"/>
            <a:ext cx="4724400" cy="41910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cs typeface="Mangal" pitchFamily="2" charset="0"/>
            </a:endParaRPr>
          </a:p>
        </p:txBody>
      </p:sp>
      <p:sp>
        <p:nvSpPr>
          <p:cNvPr id="7" name="Oval 6">
            <a:extLst>
              <a:ext uri="{FF2B5EF4-FFF2-40B4-BE49-F238E27FC236}">
                <a16:creationId xmlns:a16="http://schemas.microsoft.com/office/drawing/2014/main" id="{DF982ED3-D0D3-86EF-2325-C618A29DD300}"/>
              </a:ext>
            </a:extLst>
          </p:cNvPr>
          <p:cNvSpPr/>
          <p:nvPr/>
        </p:nvSpPr>
        <p:spPr bwMode="auto">
          <a:xfrm>
            <a:off x="4165600" y="2460434"/>
            <a:ext cx="2819400" cy="28194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Arial" charset="0"/>
              <a:cs typeface="Mangal" pitchFamily="2" charset="0"/>
            </a:endParaRPr>
          </a:p>
        </p:txBody>
      </p:sp>
    </p:spTree>
    <p:extLst>
      <p:ext uri="{BB962C8B-B14F-4D97-AF65-F5344CB8AC3E}">
        <p14:creationId xmlns:p14="http://schemas.microsoft.com/office/powerpoint/2010/main" val="1470723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5BC67-4E39-E2E8-2AC4-D1291CE48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B1D50-6F6D-EF74-A109-DB3F428CD21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A9D2B9-2114-BE6B-D99E-9F54367363AE}"/>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id="{3ECED364-963F-0F04-FE5A-77E2A53E369C}"/>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1CCE34CB-FF14-F807-4D4B-380BA72CEB79}"/>
              </a:ext>
            </a:extLst>
          </p:cNvPr>
          <p:cNvSpPr>
            <a:spLocks noGrp="1"/>
          </p:cNvSpPr>
          <p:nvPr>
            <p:ph type="sldNum" sz="quarter" idx="12"/>
          </p:nvPr>
        </p:nvSpPr>
        <p:spPr/>
        <p:txBody>
          <a:bodyPr/>
          <a:lstStyle/>
          <a:p>
            <a:fld id="{CB6A375F-939A-4B86-866A-67BF28C144E1}" type="slidenum">
              <a:rPr lang="en-US" smtClean="0"/>
              <a:pPr/>
              <a:t>15</a:t>
            </a:fld>
            <a:endParaRPr lang="hi-IN"/>
          </a:p>
        </p:txBody>
      </p:sp>
      <p:sp>
        <p:nvSpPr>
          <p:cNvPr id="6" name="Oval 5">
            <a:extLst>
              <a:ext uri="{FF2B5EF4-FFF2-40B4-BE49-F238E27FC236}">
                <a16:creationId xmlns:a16="http://schemas.microsoft.com/office/drawing/2014/main" id="{D7C60CB7-512F-79F3-A97D-07F6C8607589}"/>
              </a:ext>
            </a:extLst>
          </p:cNvPr>
          <p:cNvSpPr/>
          <p:nvPr/>
        </p:nvSpPr>
        <p:spPr bwMode="auto">
          <a:xfrm>
            <a:off x="3241676" y="1714500"/>
            <a:ext cx="4724400" cy="41910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cs typeface="Mangal" pitchFamily="2" charset="0"/>
            </a:endParaRPr>
          </a:p>
        </p:txBody>
      </p:sp>
      <p:sp>
        <p:nvSpPr>
          <p:cNvPr id="7" name="Oval 6">
            <a:extLst>
              <a:ext uri="{FF2B5EF4-FFF2-40B4-BE49-F238E27FC236}">
                <a16:creationId xmlns:a16="http://schemas.microsoft.com/office/drawing/2014/main" id="{60E81A69-64ED-2A79-C8D1-85CC46B04E20}"/>
              </a:ext>
            </a:extLst>
          </p:cNvPr>
          <p:cNvSpPr/>
          <p:nvPr/>
        </p:nvSpPr>
        <p:spPr bwMode="auto">
          <a:xfrm>
            <a:off x="4165600" y="2460434"/>
            <a:ext cx="2819400" cy="28194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Arial" charset="0"/>
              <a:cs typeface="Mangal" pitchFamily="2" charset="0"/>
            </a:endParaRPr>
          </a:p>
        </p:txBody>
      </p:sp>
      <p:sp>
        <p:nvSpPr>
          <p:cNvPr id="8" name="Rectangle 7">
            <a:extLst>
              <a:ext uri="{FF2B5EF4-FFF2-40B4-BE49-F238E27FC236}">
                <a16:creationId xmlns:a16="http://schemas.microsoft.com/office/drawing/2014/main" id="{2F6CB58E-8B8A-8D0E-60EE-EF413D6382FC}"/>
              </a:ext>
            </a:extLst>
          </p:cNvPr>
          <p:cNvSpPr/>
          <p:nvPr/>
        </p:nvSpPr>
        <p:spPr>
          <a:xfrm>
            <a:off x="4536917" y="1814103"/>
            <a:ext cx="2133918" cy="646331"/>
          </a:xfrm>
          <a:prstGeom prst="rect">
            <a:avLst/>
          </a:prstGeom>
          <a:noFill/>
        </p:spPr>
        <p:txBody>
          <a:bodyPr wrap="none" lIns="91440" tIns="45720" rIns="91440" bIns="45720">
            <a:spAutoFit/>
          </a:bodyPr>
          <a:lstStyle/>
          <a:p>
            <a:pPr algn="ctr"/>
            <a:r>
              <a:rPr lang="en-US" sz="3600" b="0" cap="none" spc="0" dirty="0" err="1">
                <a:ln w="0"/>
                <a:solidFill>
                  <a:schemeClr val="tx1"/>
                </a:solidFill>
                <a:effectLst>
                  <a:outerShdw blurRad="38100" dist="19050" dir="2700000" algn="tl" rotWithShape="0">
                    <a:schemeClr val="dk1">
                      <a:alpha val="40000"/>
                    </a:schemeClr>
                  </a:outerShdw>
                </a:effectLst>
              </a:rPr>
              <a:t>Superkey</a:t>
            </a:r>
            <a:endParaRPr lang="en-US" sz="3600" b="0" cap="none" spc="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EF414BD0-7023-E9DD-F8BA-CB5CF877E619}"/>
              </a:ext>
            </a:extLst>
          </p:cNvPr>
          <p:cNvSpPr/>
          <p:nvPr/>
        </p:nvSpPr>
        <p:spPr>
          <a:xfrm>
            <a:off x="4493944" y="2917634"/>
            <a:ext cx="2287806" cy="1200329"/>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Candidate</a:t>
            </a:r>
          </a:p>
          <a:p>
            <a:pPr algn="ctr"/>
            <a:r>
              <a:rPr lang="en-US" sz="3600" dirty="0">
                <a:ln w="0"/>
                <a:effectLst>
                  <a:outerShdw blurRad="38100" dist="19050" dir="2700000" algn="tl" rotWithShape="0">
                    <a:schemeClr val="dk1">
                      <a:alpha val="40000"/>
                    </a:schemeClr>
                  </a:outerShdw>
                </a:effectLst>
              </a:rPr>
              <a:t>Key</a:t>
            </a:r>
            <a:endParaRPr lang="en-US" sz="36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340415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8F79B-C7A7-4976-B885-216087BCCBA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AFE54B8-DA2B-4948-9C90-E1A8111DE7F8}"/>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5337C216-9524-4016-9DE8-5B3829EFC306}"/>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771AD5CA-043C-49ED-8FE9-E2C4EF405F81}"/>
              </a:ext>
            </a:extLst>
          </p:cNvPr>
          <p:cNvSpPr>
            <a:spLocks noGrp="1"/>
          </p:cNvSpPr>
          <p:nvPr>
            <p:ph type="sldNum" sz="quarter" idx="12"/>
          </p:nvPr>
        </p:nvSpPr>
        <p:spPr/>
        <p:txBody>
          <a:bodyPr/>
          <a:lstStyle/>
          <a:p>
            <a:fld id="{CB6A375F-939A-4B86-866A-67BF28C144E1}" type="slidenum">
              <a:rPr lang="en-US" smtClean="0"/>
              <a:pPr/>
              <a:t>16</a:t>
            </a:fld>
            <a:endParaRPr lang="hi-IN"/>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9AC3160B-E6A2-436B-8573-58366BD3BDBE}"/>
                  </a:ext>
                </a:extLst>
              </p14:cNvPr>
              <p14:cNvContentPartPr/>
              <p14:nvPr/>
            </p14:nvContentPartPr>
            <p14:xfrm>
              <a:off x="2292480" y="1600200"/>
              <a:ext cx="9080640" cy="4661280"/>
            </p14:xfrm>
          </p:contentPart>
        </mc:Choice>
        <mc:Fallback xmlns="">
          <p:pic>
            <p:nvPicPr>
              <p:cNvPr id="6" name="Ink 5">
                <a:extLst>
                  <a:ext uri="{FF2B5EF4-FFF2-40B4-BE49-F238E27FC236}">
                    <a16:creationId xmlns:a16="http://schemas.microsoft.com/office/drawing/2014/main" id="{9AC3160B-E6A2-436B-8573-58366BD3BDBE}"/>
                  </a:ext>
                </a:extLst>
              </p:cNvPr>
              <p:cNvPicPr/>
              <p:nvPr/>
            </p:nvPicPr>
            <p:blipFill>
              <a:blip r:embed="rId3"/>
              <a:stretch>
                <a:fillRect/>
              </a:stretch>
            </p:blipFill>
            <p:spPr>
              <a:xfrm>
                <a:off x="2283120" y="1590840"/>
                <a:ext cx="9099360" cy="4680000"/>
              </a:xfrm>
              <a:prstGeom prst="rect">
                <a:avLst/>
              </a:prstGeom>
            </p:spPr>
          </p:pic>
        </mc:Fallback>
      </mc:AlternateContent>
    </p:spTree>
    <p:extLst>
      <p:ext uri="{BB962C8B-B14F-4D97-AF65-F5344CB8AC3E}">
        <p14:creationId xmlns:p14="http://schemas.microsoft.com/office/powerpoint/2010/main" val="88362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EBAE3-8438-44FA-BC81-BEE0A2BECBA1}"/>
              </a:ext>
            </a:extLst>
          </p:cNvPr>
          <p:cNvSpPr>
            <a:spLocks noGrp="1"/>
          </p:cNvSpPr>
          <p:nvPr>
            <p:ph type="title"/>
          </p:nvPr>
        </p:nvSpPr>
        <p:spPr/>
        <p:txBody>
          <a:bodyPr/>
          <a:lstStyle/>
          <a:p>
            <a:r>
              <a:rPr lang="en-US" dirty="0"/>
              <a:t>Primary Key</a:t>
            </a:r>
            <a:endParaRPr lang="en-IN" dirty="0"/>
          </a:p>
        </p:txBody>
      </p:sp>
      <p:sp>
        <p:nvSpPr>
          <p:cNvPr id="3" name="Content Placeholder 2">
            <a:extLst>
              <a:ext uri="{FF2B5EF4-FFF2-40B4-BE49-F238E27FC236}">
                <a16:creationId xmlns:a16="http://schemas.microsoft.com/office/drawing/2014/main" id="{C55DEE92-D95B-41C5-B457-806409774CFC}"/>
              </a:ext>
            </a:extLst>
          </p:cNvPr>
          <p:cNvSpPr>
            <a:spLocks noGrp="1"/>
          </p:cNvSpPr>
          <p:nvPr>
            <p:ph idx="1"/>
          </p:nvPr>
        </p:nvSpPr>
        <p:spPr/>
        <p:txBody>
          <a:bodyPr/>
          <a:lstStyle/>
          <a:p>
            <a:r>
              <a:rPr lang="en-US" dirty="0"/>
              <a:t>A Primary Key (PK) is a candidate key that is mandatory. Means Not Null</a:t>
            </a:r>
          </a:p>
          <a:p>
            <a:r>
              <a:rPr lang="en-US" dirty="0"/>
              <a:t>Unique</a:t>
            </a:r>
          </a:p>
          <a:p>
            <a:r>
              <a:rPr lang="en-US" dirty="0"/>
              <a:t>Minimal (Irreducible)</a:t>
            </a:r>
          </a:p>
          <a:p>
            <a:r>
              <a:rPr lang="en-US" dirty="0"/>
              <a:t>Not </a:t>
            </a:r>
            <a:r>
              <a:rPr lang="en-US" dirty="0" err="1"/>
              <a:t>Nulll</a:t>
            </a:r>
            <a:endParaRPr lang="en-US" dirty="0"/>
          </a:p>
          <a:p>
            <a:r>
              <a:rPr lang="en-US" dirty="0"/>
              <a:t>It is selected from the table's candidate keys and serves as the main unique identifier for the table.</a:t>
            </a:r>
          </a:p>
        </p:txBody>
      </p:sp>
      <p:sp>
        <p:nvSpPr>
          <p:cNvPr id="4" name="Footer Placeholder 3">
            <a:extLst>
              <a:ext uri="{FF2B5EF4-FFF2-40B4-BE49-F238E27FC236}">
                <a16:creationId xmlns:a16="http://schemas.microsoft.com/office/drawing/2014/main" id="{4A49C29F-0845-4D85-9ACE-967997EF0E56}"/>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2BF64A0F-855C-4302-8157-3AFBDBC2176E}"/>
              </a:ext>
            </a:extLst>
          </p:cNvPr>
          <p:cNvSpPr>
            <a:spLocks noGrp="1"/>
          </p:cNvSpPr>
          <p:nvPr>
            <p:ph type="sldNum" sz="quarter" idx="12"/>
          </p:nvPr>
        </p:nvSpPr>
        <p:spPr/>
        <p:txBody>
          <a:bodyPr/>
          <a:lstStyle/>
          <a:p>
            <a:fld id="{CB6A375F-939A-4B86-866A-67BF28C144E1}" type="slidenum">
              <a:rPr lang="en-US" smtClean="0"/>
              <a:pPr/>
              <a:t>17</a:t>
            </a:fld>
            <a:endParaRPr lang="hi-IN"/>
          </a:p>
        </p:txBody>
      </p:sp>
    </p:spTree>
    <p:extLst>
      <p:ext uri="{BB962C8B-B14F-4D97-AF65-F5344CB8AC3E}">
        <p14:creationId xmlns:p14="http://schemas.microsoft.com/office/powerpoint/2010/main" val="2133968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5F3E-9E3E-A47E-825A-DE42B7F0A7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532499D-D1C8-7EE3-3980-33576F3A9860}"/>
              </a:ext>
            </a:extLst>
          </p:cNvPr>
          <p:cNvSpPr>
            <a:spLocks noGrp="1"/>
          </p:cNvSpPr>
          <p:nvPr>
            <p:ph idx="1"/>
          </p:nvPr>
        </p:nvSpPr>
        <p:spPr/>
        <p:txBody>
          <a:bodyPr/>
          <a:lstStyle/>
          <a:p>
            <a:pPr marL="0" indent="0">
              <a:buNone/>
            </a:pPr>
            <a:r>
              <a:rPr lang="en-US" sz="2800" b="1" dirty="0"/>
              <a:t>Key Characteristics of a Primary Key:</a:t>
            </a:r>
          </a:p>
          <a:p>
            <a:r>
              <a:rPr lang="en-US" sz="2800" dirty="0"/>
              <a:t>Uniqueness: The primary key ensures that no two rows in the table have the same value for the primary key column(s).</a:t>
            </a:r>
          </a:p>
          <a:p>
            <a:r>
              <a:rPr lang="en-US" sz="2800" dirty="0"/>
              <a:t>Minimality: While the primary key is chosen from the candidate keys, it must be minimal—only the necessary attributes are included</a:t>
            </a:r>
            <a:r>
              <a:rPr lang="en-US" dirty="0"/>
              <a:t>.</a:t>
            </a:r>
          </a:p>
          <a:p>
            <a:r>
              <a:rPr lang="en-US" sz="3200" dirty="0"/>
              <a:t>Non-null: A primary key cannot have NULL values, as it must uniquely identify each row.</a:t>
            </a:r>
          </a:p>
          <a:p>
            <a:endParaRPr lang="en-IN" dirty="0"/>
          </a:p>
        </p:txBody>
      </p:sp>
      <p:sp>
        <p:nvSpPr>
          <p:cNvPr id="4" name="Footer Placeholder 3">
            <a:extLst>
              <a:ext uri="{FF2B5EF4-FFF2-40B4-BE49-F238E27FC236}">
                <a16:creationId xmlns:a16="http://schemas.microsoft.com/office/drawing/2014/main" id="{982307B5-750B-1D5D-3CEE-F1E17C2077B1}"/>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1101FC21-AD09-6392-BACD-0210CB529CF8}"/>
              </a:ext>
            </a:extLst>
          </p:cNvPr>
          <p:cNvSpPr>
            <a:spLocks noGrp="1"/>
          </p:cNvSpPr>
          <p:nvPr>
            <p:ph type="sldNum" sz="quarter" idx="12"/>
          </p:nvPr>
        </p:nvSpPr>
        <p:spPr/>
        <p:txBody>
          <a:bodyPr/>
          <a:lstStyle/>
          <a:p>
            <a:fld id="{CB6A375F-939A-4B86-866A-67BF28C144E1}" type="slidenum">
              <a:rPr lang="en-US" smtClean="0"/>
              <a:pPr/>
              <a:t>18</a:t>
            </a:fld>
            <a:endParaRPr lang="hi-IN"/>
          </a:p>
        </p:txBody>
      </p:sp>
    </p:spTree>
    <p:extLst>
      <p:ext uri="{BB962C8B-B14F-4D97-AF65-F5344CB8AC3E}">
        <p14:creationId xmlns:p14="http://schemas.microsoft.com/office/powerpoint/2010/main" val="2793843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A76E7-A8E5-070F-9A08-239A7AE3324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C18CC03-4CDE-47B8-D7BC-370463588A54}"/>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id="{E09A6AFF-7F28-3ED2-B690-60C727582595}"/>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21B6DE3A-405A-58BF-E837-1689CD34AB94}"/>
              </a:ext>
            </a:extLst>
          </p:cNvPr>
          <p:cNvSpPr>
            <a:spLocks noGrp="1"/>
          </p:cNvSpPr>
          <p:nvPr>
            <p:ph type="sldNum" sz="quarter" idx="12"/>
          </p:nvPr>
        </p:nvSpPr>
        <p:spPr/>
        <p:txBody>
          <a:bodyPr/>
          <a:lstStyle/>
          <a:p>
            <a:fld id="{CB6A375F-939A-4B86-866A-67BF28C144E1}" type="slidenum">
              <a:rPr lang="en-US" smtClean="0"/>
              <a:pPr/>
              <a:t>19</a:t>
            </a:fld>
            <a:endParaRPr lang="hi-IN"/>
          </a:p>
        </p:txBody>
      </p:sp>
      <p:sp>
        <p:nvSpPr>
          <p:cNvPr id="6" name="Oval 5">
            <a:extLst>
              <a:ext uri="{FF2B5EF4-FFF2-40B4-BE49-F238E27FC236}">
                <a16:creationId xmlns:a16="http://schemas.microsoft.com/office/drawing/2014/main" id="{6DD8C527-E53F-FA1E-7754-CCA2E04AF9DA}"/>
              </a:ext>
            </a:extLst>
          </p:cNvPr>
          <p:cNvSpPr/>
          <p:nvPr/>
        </p:nvSpPr>
        <p:spPr bwMode="auto">
          <a:xfrm>
            <a:off x="3241676" y="1714500"/>
            <a:ext cx="4724400" cy="41910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Mangal" pitchFamily="2" charset="0"/>
              </a:rPr>
              <a:t>Super key</a:t>
            </a:r>
          </a:p>
          <a:p>
            <a:pPr marL="0" marR="0" indent="0" algn="ctr" defTabSz="914400" rtl="0" eaLnBrk="1" fontAlgn="base" latinLnBrk="0" hangingPunct="1">
              <a:lnSpc>
                <a:spcPct val="100000"/>
              </a:lnSpc>
              <a:spcBef>
                <a:spcPct val="0"/>
              </a:spcBef>
              <a:spcAft>
                <a:spcPct val="0"/>
              </a:spcAft>
              <a:buClrTx/>
              <a:buSzTx/>
              <a:buFontTx/>
              <a:buNone/>
              <a:tabLst/>
            </a:pPr>
            <a:r>
              <a:rPr lang="en-US" dirty="0"/>
              <a:t>A </a:t>
            </a:r>
            <a:r>
              <a:rPr lang="en-US" b="1" dirty="0" err="1"/>
              <a:t>superkey</a:t>
            </a:r>
            <a:r>
              <a:rPr lang="en-US" dirty="0"/>
              <a:t> in a database is a set </a:t>
            </a:r>
          </a:p>
          <a:p>
            <a:pPr marL="0" marR="0" indent="0" algn="ctr" defTabSz="914400" rtl="0" eaLnBrk="1" fontAlgn="base" latinLnBrk="0" hangingPunct="1">
              <a:lnSpc>
                <a:spcPct val="100000"/>
              </a:lnSpc>
              <a:spcBef>
                <a:spcPct val="0"/>
              </a:spcBef>
              <a:spcAft>
                <a:spcPct val="0"/>
              </a:spcAft>
              <a:buClrTx/>
              <a:buSzTx/>
              <a:buFontTx/>
              <a:buNone/>
              <a:tabLst/>
            </a:pPr>
            <a:r>
              <a:rPr lang="en-US" dirty="0"/>
              <a:t>of one or more attributes (columns) that </a:t>
            </a:r>
          </a:p>
          <a:p>
            <a:pPr marL="0" marR="0" indent="0" algn="ctr" defTabSz="914400" rtl="0" eaLnBrk="1" fontAlgn="base" latinLnBrk="0" hangingPunct="1">
              <a:lnSpc>
                <a:spcPct val="100000"/>
              </a:lnSpc>
              <a:spcBef>
                <a:spcPct val="0"/>
              </a:spcBef>
              <a:spcAft>
                <a:spcPct val="0"/>
              </a:spcAft>
              <a:buClrTx/>
              <a:buSzTx/>
              <a:buFontTx/>
              <a:buNone/>
              <a:tabLst/>
            </a:pPr>
            <a:r>
              <a:rPr lang="en-US" dirty="0"/>
              <a:t>uniquely identify a row in a table.</a:t>
            </a:r>
            <a:endParaRPr kumimoji="0" lang="en-IN" sz="1800" b="1" i="0" u="none" strike="noStrike" cap="none" normalizeH="0" baseline="0" dirty="0">
              <a:ln>
                <a:noFill/>
              </a:ln>
              <a:solidFill>
                <a:schemeClr val="tx1"/>
              </a:solidFill>
              <a:effectLst/>
              <a:latin typeface="Arial" charset="0"/>
              <a:cs typeface="Mangal" pitchFamily="2" charset="0"/>
            </a:endParaRPr>
          </a:p>
        </p:txBody>
      </p:sp>
    </p:spTree>
    <p:extLst>
      <p:ext uri="{BB962C8B-B14F-4D97-AF65-F5344CB8AC3E}">
        <p14:creationId xmlns:p14="http://schemas.microsoft.com/office/powerpoint/2010/main" val="1168642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2A7E2-57E8-3685-C236-BD0CEE53F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9812A-BED7-844F-06E1-B77736F2DB0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DDA8650-B93D-4E44-3A49-14DDF2EA5786}"/>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70A833C4-3C30-E095-7714-C7B1A22AB941}"/>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C424C967-8AE6-8080-E831-7D7952D03788}"/>
              </a:ext>
            </a:extLst>
          </p:cNvPr>
          <p:cNvSpPr>
            <a:spLocks noGrp="1"/>
          </p:cNvSpPr>
          <p:nvPr>
            <p:ph type="sldNum" sz="quarter" idx="12"/>
          </p:nvPr>
        </p:nvSpPr>
        <p:spPr/>
        <p:txBody>
          <a:bodyPr/>
          <a:lstStyle/>
          <a:p>
            <a:fld id="{CB6A375F-939A-4B86-866A-67BF28C144E1}" type="slidenum">
              <a:rPr lang="en-US" smtClean="0"/>
              <a:pPr/>
              <a:t>20</a:t>
            </a:fld>
            <a:endParaRPr lang="hi-IN"/>
          </a:p>
        </p:txBody>
      </p:sp>
      <p:sp>
        <p:nvSpPr>
          <p:cNvPr id="6" name="Oval 5">
            <a:extLst>
              <a:ext uri="{FF2B5EF4-FFF2-40B4-BE49-F238E27FC236}">
                <a16:creationId xmlns:a16="http://schemas.microsoft.com/office/drawing/2014/main" id="{C7EBA8E3-37ED-ED2D-FFFC-7B34B5165C48}"/>
              </a:ext>
            </a:extLst>
          </p:cNvPr>
          <p:cNvSpPr/>
          <p:nvPr/>
        </p:nvSpPr>
        <p:spPr bwMode="auto">
          <a:xfrm>
            <a:off x="3241676" y="1714500"/>
            <a:ext cx="4724400" cy="41910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cs typeface="Mangal" pitchFamily="2" charset="0"/>
            </a:endParaRPr>
          </a:p>
        </p:txBody>
      </p:sp>
      <p:sp>
        <p:nvSpPr>
          <p:cNvPr id="7" name="Oval 6">
            <a:extLst>
              <a:ext uri="{FF2B5EF4-FFF2-40B4-BE49-F238E27FC236}">
                <a16:creationId xmlns:a16="http://schemas.microsoft.com/office/drawing/2014/main" id="{E60AFEF9-48C3-B38E-B0ED-16A9E59E90DC}"/>
              </a:ext>
            </a:extLst>
          </p:cNvPr>
          <p:cNvSpPr/>
          <p:nvPr/>
        </p:nvSpPr>
        <p:spPr bwMode="auto">
          <a:xfrm>
            <a:off x="4165600" y="2460434"/>
            <a:ext cx="2819400" cy="28194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Arial" charset="0"/>
              <a:cs typeface="Mangal" pitchFamily="2" charset="0"/>
            </a:endParaRPr>
          </a:p>
        </p:txBody>
      </p:sp>
    </p:spTree>
    <p:extLst>
      <p:ext uri="{BB962C8B-B14F-4D97-AF65-F5344CB8AC3E}">
        <p14:creationId xmlns:p14="http://schemas.microsoft.com/office/powerpoint/2010/main" val="2606171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B79E1-3680-8679-FBA6-21CE36CB1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C5954-240D-FA44-8CC4-EE1758B4039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A192890-5514-B745-2B2F-9E6B7295F873}"/>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id="{96631C06-A2EE-1599-C68B-EE187C8A18BF}"/>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2006D874-8999-6F42-E51E-59009CB5E339}"/>
              </a:ext>
            </a:extLst>
          </p:cNvPr>
          <p:cNvSpPr>
            <a:spLocks noGrp="1"/>
          </p:cNvSpPr>
          <p:nvPr>
            <p:ph type="sldNum" sz="quarter" idx="12"/>
          </p:nvPr>
        </p:nvSpPr>
        <p:spPr/>
        <p:txBody>
          <a:bodyPr/>
          <a:lstStyle/>
          <a:p>
            <a:fld id="{CB6A375F-939A-4B86-866A-67BF28C144E1}" type="slidenum">
              <a:rPr lang="en-US" smtClean="0"/>
              <a:pPr/>
              <a:t>21</a:t>
            </a:fld>
            <a:endParaRPr lang="hi-IN"/>
          </a:p>
        </p:txBody>
      </p:sp>
      <p:sp>
        <p:nvSpPr>
          <p:cNvPr id="6" name="Oval 5">
            <a:extLst>
              <a:ext uri="{FF2B5EF4-FFF2-40B4-BE49-F238E27FC236}">
                <a16:creationId xmlns:a16="http://schemas.microsoft.com/office/drawing/2014/main" id="{45F0D228-C6A1-4B90-4A27-32558534D847}"/>
              </a:ext>
            </a:extLst>
          </p:cNvPr>
          <p:cNvSpPr/>
          <p:nvPr/>
        </p:nvSpPr>
        <p:spPr bwMode="auto">
          <a:xfrm>
            <a:off x="3241676" y="1714500"/>
            <a:ext cx="4724400" cy="41910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cs typeface="Mangal" pitchFamily="2" charset="0"/>
            </a:endParaRPr>
          </a:p>
        </p:txBody>
      </p:sp>
      <p:sp>
        <p:nvSpPr>
          <p:cNvPr id="7" name="Oval 6">
            <a:extLst>
              <a:ext uri="{FF2B5EF4-FFF2-40B4-BE49-F238E27FC236}">
                <a16:creationId xmlns:a16="http://schemas.microsoft.com/office/drawing/2014/main" id="{34483C4E-9AD7-9AD6-B51D-8C2ACAD51FBA}"/>
              </a:ext>
            </a:extLst>
          </p:cNvPr>
          <p:cNvSpPr/>
          <p:nvPr/>
        </p:nvSpPr>
        <p:spPr bwMode="auto">
          <a:xfrm>
            <a:off x="4165600" y="2460434"/>
            <a:ext cx="2819400" cy="28194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Arial" charset="0"/>
              <a:cs typeface="Mangal" pitchFamily="2" charset="0"/>
            </a:endParaRPr>
          </a:p>
        </p:txBody>
      </p:sp>
      <p:sp>
        <p:nvSpPr>
          <p:cNvPr id="8" name="Rectangle 7">
            <a:extLst>
              <a:ext uri="{FF2B5EF4-FFF2-40B4-BE49-F238E27FC236}">
                <a16:creationId xmlns:a16="http://schemas.microsoft.com/office/drawing/2014/main" id="{902F0DAA-439B-BFE9-BB38-4C42D6D6AB89}"/>
              </a:ext>
            </a:extLst>
          </p:cNvPr>
          <p:cNvSpPr/>
          <p:nvPr/>
        </p:nvSpPr>
        <p:spPr>
          <a:xfrm>
            <a:off x="4536917" y="1814103"/>
            <a:ext cx="2133918" cy="646331"/>
          </a:xfrm>
          <a:prstGeom prst="rect">
            <a:avLst/>
          </a:prstGeom>
          <a:noFill/>
        </p:spPr>
        <p:txBody>
          <a:bodyPr wrap="none" lIns="91440" tIns="45720" rIns="91440" bIns="45720">
            <a:spAutoFit/>
          </a:bodyPr>
          <a:lstStyle/>
          <a:p>
            <a:pPr algn="ctr"/>
            <a:r>
              <a:rPr lang="en-US" sz="3600" b="0" cap="none" spc="0" dirty="0" err="1">
                <a:ln w="0"/>
                <a:solidFill>
                  <a:schemeClr val="tx1"/>
                </a:solidFill>
                <a:effectLst>
                  <a:outerShdw blurRad="38100" dist="19050" dir="2700000" algn="tl" rotWithShape="0">
                    <a:schemeClr val="dk1">
                      <a:alpha val="40000"/>
                    </a:schemeClr>
                  </a:outerShdw>
                </a:effectLst>
              </a:rPr>
              <a:t>Superkey</a:t>
            </a:r>
            <a:endParaRPr lang="en-US" sz="3600" b="0" cap="none" spc="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F04DA16E-20F5-6E22-60F6-1DF2FA1B9D07}"/>
              </a:ext>
            </a:extLst>
          </p:cNvPr>
          <p:cNvSpPr/>
          <p:nvPr/>
        </p:nvSpPr>
        <p:spPr>
          <a:xfrm>
            <a:off x="4493944" y="2917634"/>
            <a:ext cx="2287806" cy="1200329"/>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Candidate</a:t>
            </a:r>
          </a:p>
          <a:p>
            <a:pPr algn="ctr"/>
            <a:r>
              <a:rPr lang="en-US" sz="3600" dirty="0">
                <a:ln w="0"/>
                <a:effectLst>
                  <a:outerShdw blurRad="38100" dist="19050" dir="2700000" algn="tl" rotWithShape="0">
                    <a:schemeClr val="dk1">
                      <a:alpha val="40000"/>
                    </a:schemeClr>
                  </a:outerShdw>
                </a:effectLst>
              </a:rPr>
              <a:t>Key</a:t>
            </a:r>
            <a:endParaRPr lang="en-US" sz="36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244234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C54F7-796C-7709-2A49-AB776D866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A7846-883B-4811-FCE2-D3EAFB4E081A}"/>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935E8096-EE16-C79C-15F3-97A82A19F7FA}"/>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43C2C6C7-A77D-A164-B6C5-25EBF8F394AD}"/>
              </a:ext>
            </a:extLst>
          </p:cNvPr>
          <p:cNvSpPr>
            <a:spLocks noGrp="1"/>
          </p:cNvSpPr>
          <p:nvPr>
            <p:ph type="sldNum" sz="quarter" idx="12"/>
          </p:nvPr>
        </p:nvSpPr>
        <p:spPr/>
        <p:txBody>
          <a:bodyPr/>
          <a:lstStyle/>
          <a:p>
            <a:fld id="{CB6A375F-939A-4B86-866A-67BF28C144E1}" type="slidenum">
              <a:rPr lang="en-US" smtClean="0"/>
              <a:pPr/>
              <a:t>22</a:t>
            </a:fld>
            <a:endParaRPr lang="hi-IN"/>
          </a:p>
        </p:txBody>
      </p:sp>
      <p:sp>
        <p:nvSpPr>
          <p:cNvPr id="6" name="Oval 5">
            <a:extLst>
              <a:ext uri="{FF2B5EF4-FFF2-40B4-BE49-F238E27FC236}">
                <a16:creationId xmlns:a16="http://schemas.microsoft.com/office/drawing/2014/main" id="{CDB2F213-F1BB-A447-36F4-7BD655D752B1}"/>
              </a:ext>
            </a:extLst>
          </p:cNvPr>
          <p:cNvSpPr/>
          <p:nvPr/>
        </p:nvSpPr>
        <p:spPr bwMode="auto">
          <a:xfrm>
            <a:off x="3241676" y="1714500"/>
            <a:ext cx="4724400" cy="41910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cs typeface="Mangal" pitchFamily="2" charset="0"/>
            </a:endParaRPr>
          </a:p>
        </p:txBody>
      </p:sp>
      <p:sp>
        <p:nvSpPr>
          <p:cNvPr id="7" name="Oval 6">
            <a:extLst>
              <a:ext uri="{FF2B5EF4-FFF2-40B4-BE49-F238E27FC236}">
                <a16:creationId xmlns:a16="http://schemas.microsoft.com/office/drawing/2014/main" id="{E7D8A783-2928-6174-BC74-00E118A51EA7}"/>
              </a:ext>
            </a:extLst>
          </p:cNvPr>
          <p:cNvSpPr/>
          <p:nvPr/>
        </p:nvSpPr>
        <p:spPr bwMode="auto">
          <a:xfrm>
            <a:off x="4165600" y="2460434"/>
            <a:ext cx="2819400" cy="28194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Arial" charset="0"/>
              <a:cs typeface="Mangal" pitchFamily="2" charset="0"/>
            </a:endParaRPr>
          </a:p>
        </p:txBody>
      </p:sp>
      <p:sp>
        <p:nvSpPr>
          <p:cNvPr id="8" name="Rectangle 7">
            <a:extLst>
              <a:ext uri="{FF2B5EF4-FFF2-40B4-BE49-F238E27FC236}">
                <a16:creationId xmlns:a16="http://schemas.microsoft.com/office/drawing/2014/main" id="{B2BDFA9C-1F35-BC3B-AA07-FEC8EE530E1E}"/>
              </a:ext>
            </a:extLst>
          </p:cNvPr>
          <p:cNvSpPr/>
          <p:nvPr/>
        </p:nvSpPr>
        <p:spPr>
          <a:xfrm>
            <a:off x="4536917" y="1814103"/>
            <a:ext cx="2133918" cy="646331"/>
          </a:xfrm>
          <a:prstGeom prst="rect">
            <a:avLst/>
          </a:prstGeom>
          <a:noFill/>
        </p:spPr>
        <p:txBody>
          <a:bodyPr wrap="none" lIns="91440" tIns="45720" rIns="91440" bIns="45720">
            <a:spAutoFit/>
          </a:bodyPr>
          <a:lstStyle/>
          <a:p>
            <a:pPr algn="ctr"/>
            <a:r>
              <a:rPr lang="en-US" sz="3600" b="0" cap="none" spc="0" dirty="0" err="1">
                <a:ln w="0"/>
                <a:solidFill>
                  <a:schemeClr val="tx1"/>
                </a:solidFill>
                <a:effectLst>
                  <a:outerShdw blurRad="38100" dist="19050" dir="2700000" algn="tl" rotWithShape="0">
                    <a:schemeClr val="dk1">
                      <a:alpha val="40000"/>
                    </a:schemeClr>
                  </a:outerShdw>
                </a:effectLst>
              </a:rPr>
              <a:t>Superkey</a:t>
            </a:r>
            <a:endParaRPr lang="en-US" sz="3600" b="0" cap="none" spc="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8F420174-0E9E-5A5D-15A1-D5BC73C72A38}"/>
              </a:ext>
            </a:extLst>
          </p:cNvPr>
          <p:cNvSpPr/>
          <p:nvPr/>
        </p:nvSpPr>
        <p:spPr>
          <a:xfrm>
            <a:off x="5190942" y="2438400"/>
            <a:ext cx="825867"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CK</a:t>
            </a:r>
          </a:p>
        </p:txBody>
      </p:sp>
      <p:sp>
        <p:nvSpPr>
          <p:cNvPr id="10" name="Oval 9">
            <a:extLst>
              <a:ext uri="{FF2B5EF4-FFF2-40B4-BE49-F238E27FC236}">
                <a16:creationId xmlns:a16="http://schemas.microsoft.com/office/drawing/2014/main" id="{C983ABFE-C355-1D7C-2BEA-B1A779090679}"/>
              </a:ext>
            </a:extLst>
          </p:cNvPr>
          <p:cNvSpPr/>
          <p:nvPr/>
        </p:nvSpPr>
        <p:spPr bwMode="auto">
          <a:xfrm>
            <a:off x="4800600" y="3030565"/>
            <a:ext cx="1600200" cy="1617635"/>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Arial" charset="0"/>
              <a:cs typeface="Mangal" pitchFamily="2" charset="0"/>
            </a:endParaRPr>
          </a:p>
        </p:txBody>
      </p:sp>
      <p:sp>
        <p:nvSpPr>
          <p:cNvPr id="11" name="Content Placeholder 10">
            <a:extLst>
              <a:ext uri="{FF2B5EF4-FFF2-40B4-BE49-F238E27FC236}">
                <a16:creationId xmlns:a16="http://schemas.microsoft.com/office/drawing/2014/main" id="{49BBFFED-8B7A-2DBC-4083-AB78941E45DB}"/>
              </a:ext>
            </a:extLst>
          </p:cNvPr>
          <p:cNvSpPr>
            <a:spLocks noGrp="1"/>
          </p:cNvSpPr>
          <p:nvPr>
            <p:ph idx="1"/>
          </p:nvPr>
        </p:nvSpPr>
        <p:spPr>
          <a:xfrm>
            <a:off x="5237735" y="3450104"/>
            <a:ext cx="800219" cy="646331"/>
          </a:xfrm>
          <a:prstGeom prst="rect">
            <a:avLst/>
          </a:prstGeom>
          <a:noFill/>
        </p:spPr>
        <p:txBody>
          <a:bodyPr wrap="none" lIns="91440" tIns="45720" rIns="91440" bIns="45720">
            <a:spAutoFit/>
          </a:bodyPr>
          <a:lstStyle/>
          <a:p>
            <a:pPr marL="0" indent="0" algn="ctr">
              <a:buNone/>
            </a:pPr>
            <a:r>
              <a:rPr lang="en-US" sz="3600" dirty="0">
                <a:ln w="0"/>
                <a:effectLst>
                  <a:outerShdw blurRad="38100" dist="19050" dir="2700000" algn="tl" rotWithShape="0">
                    <a:schemeClr val="dk1">
                      <a:alpha val="40000"/>
                    </a:schemeClr>
                  </a:outerShdw>
                </a:effectLst>
              </a:rPr>
              <a:t>P</a:t>
            </a:r>
            <a:r>
              <a:rPr lang="en-US" sz="3600" b="0" cap="none" spc="0" dirty="0">
                <a:ln w="0"/>
                <a:solidFill>
                  <a:schemeClr val="tx1"/>
                </a:solidFill>
                <a:effectLst>
                  <a:outerShdw blurRad="38100" dist="19050" dir="2700000" algn="tl" rotWithShape="0">
                    <a:schemeClr val="dk1">
                      <a:alpha val="40000"/>
                    </a:schemeClr>
                  </a:outerShdw>
                </a:effectLst>
              </a:rPr>
              <a:t>K</a:t>
            </a:r>
          </a:p>
        </p:txBody>
      </p:sp>
    </p:spTree>
    <p:extLst>
      <p:ext uri="{BB962C8B-B14F-4D97-AF65-F5344CB8AC3E}">
        <p14:creationId xmlns:p14="http://schemas.microsoft.com/office/powerpoint/2010/main" val="1128124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BD7D5-ACA2-16AC-FE40-7532FB777D35}"/>
              </a:ext>
            </a:extLst>
          </p:cNvPr>
          <p:cNvSpPr>
            <a:spLocks noGrp="1"/>
          </p:cNvSpPr>
          <p:nvPr>
            <p:ph type="title"/>
          </p:nvPr>
        </p:nvSpPr>
        <p:spPr/>
        <p:txBody>
          <a:bodyPr/>
          <a:lstStyle/>
          <a:p>
            <a:r>
              <a:rPr lang="en-US" dirty="0"/>
              <a:t>Alternate Key</a:t>
            </a:r>
            <a:endParaRPr lang="en-IN" dirty="0"/>
          </a:p>
        </p:txBody>
      </p:sp>
      <p:sp>
        <p:nvSpPr>
          <p:cNvPr id="3" name="Content Placeholder 2">
            <a:extLst>
              <a:ext uri="{FF2B5EF4-FFF2-40B4-BE49-F238E27FC236}">
                <a16:creationId xmlns:a16="http://schemas.microsoft.com/office/drawing/2014/main" id="{C32C6C24-B365-1028-3547-A989844E85A2}"/>
              </a:ext>
            </a:extLst>
          </p:cNvPr>
          <p:cNvSpPr>
            <a:spLocks noGrp="1"/>
          </p:cNvSpPr>
          <p:nvPr>
            <p:ph idx="1"/>
          </p:nvPr>
        </p:nvSpPr>
        <p:spPr/>
        <p:txBody>
          <a:bodyPr/>
          <a:lstStyle/>
          <a:p>
            <a:r>
              <a:rPr lang="en-US" dirty="0"/>
              <a:t>An Alternate Key is a candidate key that is not chosen as the primary key in a database table. </a:t>
            </a:r>
          </a:p>
          <a:p>
            <a:r>
              <a:rPr lang="en-US" dirty="0"/>
              <a:t>While it satisfies the requirements of uniqueness and minimality, it remains as an alternative to the primary key for uniquely identifying rows in the table, as this can have null values.</a:t>
            </a:r>
            <a:endParaRPr lang="en-IN" dirty="0"/>
          </a:p>
        </p:txBody>
      </p:sp>
      <p:sp>
        <p:nvSpPr>
          <p:cNvPr id="4" name="Footer Placeholder 3">
            <a:extLst>
              <a:ext uri="{FF2B5EF4-FFF2-40B4-BE49-F238E27FC236}">
                <a16:creationId xmlns:a16="http://schemas.microsoft.com/office/drawing/2014/main" id="{203E32A2-9243-1689-6583-D6BFA8A40CF7}"/>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4E274F6A-6276-628A-3B4E-39B7E57449A9}"/>
              </a:ext>
            </a:extLst>
          </p:cNvPr>
          <p:cNvSpPr>
            <a:spLocks noGrp="1"/>
          </p:cNvSpPr>
          <p:nvPr>
            <p:ph type="sldNum" sz="quarter" idx="12"/>
          </p:nvPr>
        </p:nvSpPr>
        <p:spPr/>
        <p:txBody>
          <a:bodyPr/>
          <a:lstStyle/>
          <a:p>
            <a:fld id="{CB6A375F-939A-4B86-866A-67BF28C144E1}" type="slidenum">
              <a:rPr lang="en-US" smtClean="0"/>
              <a:pPr/>
              <a:t>23</a:t>
            </a:fld>
            <a:endParaRPr lang="hi-IN"/>
          </a:p>
        </p:txBody>
      </p:sp>
    </p:spTree>
    <p:extLst>
      <p:ext uri="{BB962C8B-B14F-4D97-AF65-F5344CB8AC3E}">
        <p14:creationId xmlns:p14="http://schemas.microsoft.com/office/powerpoint/2010/main" val="3629533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D92A0-723C-CC89-6776-475CC83F48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972C15-4271-67FD-3F04-AB63D0987C13}"/>
              </a:ext>
            </a:extLst>
          </p:cNvPr>
          <p:cNvSpPr>
            <a:spLocks noGrp="1"/>
          </p:cNvSpPr>
          <p:nvPr>
            <p:ph idx="1"/>
          </p:nvPr>
        </p:nvSpPr>
        <p:spPr/>
        <p:txBody>
          <a:bodyPr/>
          <a:lstStyle/>
          <a:p>
            <a:r>
              <a:rPr lang="en-US" sz="2800" dirty="0"/>
              <a:t>Key Characteristics of an Alternate Key:</a:t>
            </a:r>
          </a:p>
          <a:p>
            <a:r>
              <a:rPr lang="en-US" sz="2800" dirty="0"/>
              <a:t>Uniqueness: Like the primary key, an alternate key ensures that no two rows have the same value for its attributes.</a:t>
            </a:r>
          </a:p>
          <a:p>
            <a:r>
              <a:rPr lang="en-US" sz="2800" dirty="0"/>
              <a:t>Non-selected Candidate Key: An alternate key is a candidate key that was not selected to be the primary key.</a:t>
            </a:r>
          </a:p>
          <a:p>
            <a:r>
              <a:rPr lang="en-US" sz="2800" dirty="0"/>
              <a:t>Minimality: It includes the smallest set of attributes required for uniqueness.</a:t>
            </a:r>
            <a:endParaRPr lang="en-IN" sz="2800" dirty="0"/>
          </a:p>
        </p:txBody>
      </p:sp>
      <p:sp>
        <p:nvSpPr>
          <p:cNvPr id="4" name="Footer Placeholder 3">
            <a:extLst>
              <a:ext uri="{FF2B5EF4-FFF2-40B4-BE49-F238E27FC236}">
                <a16:creationId xmlns:a16="http://schemas.microsoft.com/office/drawing/2014/main" id="{912B7F0E-5337-69FC-716C-EF27E20D6282}"/>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AC35FF0C-0369-D939-9E0E-69AC7213950E}"/>
              </a:ext>
            </a:extLst>
          </p:cNvPr>
          <p:cNvSpPr>
            <a:spLocks noGrp="1"/>
          </p:cNvSpPr>
          <p:nvPr>
            <p:ph type="sldNum" sz="quarter" idx="12"/>
          </p:nvPr>
        </p:nvSpPr>
        <p:spPr/>
        <p:txBody>
          <a:bodyPr/>
          <a:lstStyle/>
          <a:p>
            <a:fld id="{CB6A375F-939A-4B86-866A-67BF28C144E1}" type="slidenum">
              <a:rPr lang="en-US" smtClean="0"/>
              <a:pPr/>
              <a:t>24</a:t>
            </a:fld>
            <a:endParaRPr lang="hi-IN"/>
          </a:p>
        </p:txBody>
      </p:sp>
    </p:spTree>
    <p:extLst>
      <p:ext uri="{BB962C8B-B14F-4D97-AF65-F5344CB8AC3E}">
        <p14:creationId xmlns:p14="http://schemas.microsoft.com/office/powerpoint/2010/main" val="3615928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1DA9D-EB8A-178A-56AD-36A1FFED04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794131-D784-5F9C-B9E9-6E45285896D5}"/>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D78C7C7C-DB61-FF8C-C1EF-F4F4F7E021F1}"/>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56BFF660-C225-E02B-74C1-A29A755F86C2}"/>
              </a:ext>
            </a:extLst>
          </p:cNvPr>
          <p:cNvSpPr>
            <a:spLocks noGrp="1"/>
          </p:cNvSpPr>
          <p:nvPr>
            <p:ph type="sldNum" sz="quarter" idx="12"/>
          </p:nvPr>
        </p:nvSpPr>
        <p:spPr/>
        <p:txBody>
          <a:bodyPr/>
          <a:lstStyle/>
          <a:p>
            <a:fld id="{CB6A375F-939A-4B86-866A-67BF28C144E1}" type="slidenum">
              <a:rPr lang="en-US" smtClean="0"/>
              <a:pPr/>
              <a:t>25</a:t>
            </a:fld>
            <a:endParaRPr lang="hi-IN"/>
          </a:p>
        </p:txBody>
      </p:sp>
      <p:pic>
        <p:nvPicPr>
          <p:cNvPr id="7" name="Picture 6">
            <a:extLst>
              <a:ext uri="{FF2B5EF4-FFF2-40B4-BE49-F238E27FC236}">
                <a16:creationId xmlns:a16="http://schemas.microsoft.com/office/drawing/2014/main" id="{0AEEA796-A2C6-2B35-A932-8FD327C889B4}"/>
              </a:ext>
            </a:extLst>
          </p:cNvPr>
          <p:cNvPicPr>
            <a:picLocks noChangeAspect="1"/>
          </p:cNvPicPr>
          <p:nvPr/>
        </p:nvPicPr>
        <p:blipFill>
          <a:blip r:embed="rId3"/>
          <a:srcRect l="35625" t="21111" r="12344" b="27778"/>
          <a:stretch/>
        </p:blipFill>
        <p:spPr>
          <a:xfrm>
            <a:off x="1981200" y="1600200"/>
            <a:ext cx="7848600" cy="4336765"/>
          </a:xfrm>
          <a:prstGeom prst="rect">
            <a:avLst/>
          </a:prstGeom>
        </p:spPr>
      </p:pic>
    </p:spTree>
    <p:extLst>
      <p:ext uri="{BB962C8B-B14F-4D97-AF65-F5344CB8AC3E}">
        <p14:creationId xmlns:p14="http://schemas.microsoft.com/office/powerpoint/2010/main" val="958940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8AC06-2357-6180-3E8E-95CD33B75C9E}"/>
              </a:ext>
            </a:extLst>
          </p:cNvPr>
          <p:cNvSpPr>
            <a:spLocks noGrp="1"/>
          </p:cNvSpPr>
          <p:nvPr>
            <p:ph type="title"/>
          </p:nvPr>
        </p:nvSpPr>
        <p:spPr/>
        <p:txBody>
          <a:bodyPr/>
          <a:lstStyle/>
          <a:p>
            <a:r>
              <a:rPr lang="en-US" b="1" dirty="0"/>
              <a:t>Artificial key</a:t>
            </a:r>
            <a:endParaRPr lang="en-IN" dirty="0"/>
          </a:p>
        </p:txBody>
      </p:sp>
      <p:sp>
        <p:nvSpPr>
          <p:cNvPr id="3" name="Content Placeholder 2">
            <a:extLst>
              <a:ext uri="{FF2B5EF4-FFF2-40B4-BE49-F238E27FC236}">
                <a16:creationId xmlns:a16="http://schemas.microsoft.com/office/drawing/2014/main" id="{AF355B08-BE65-8F29-CC6F-924FADAE600D}"/>
              </a:ext>
            </a:extLst>
          </p:cNvPr>
          <p:cNvSpPr>
            <a:spLocks noGrp="1"/>
          </p:cNvSpPr>
          <p:nvPr>
            <p:ph idx="1"/>
          </p:nvPr>
        </p:nvSpPr>
        <p:spPr/>
        <p:txBody>
          <a:bodyPr/>
          <a:lstStyle/>
          <a:p>
            <a:r>
              <a:rPr lang="en-US" dirty="0"/>
              <a:t>An </a:t>
            </a:r>
            <a:r>
              <a:rPr lang="en-US" b="1" dirty="0"/>
              <a:t>artificial key</a:t>
            </a:r>
            <a:r>
              <a:rPr lang="en-US" dirty="0"/>
              <a:t> (also known as a </a:t>
            </a:r>
            <a:r>
              <a:rPr lang="en-US" b="1" dirty="0"/>
              <a:t>surrogate key</a:t>
            </a:r>
            <a:r>
              <a:rPr lang="en-US" dirty="0"/>
              <a:t>) is a type of key in a database that is artificially created to uniquely identify rows in a table. </a:t>
            </a:r>
          </a:p>
          <a:p>
            <a:r>
              <a:rPr lang="en-US" dirty="0"/>
              <a:t>It is usually a numeric or alphanumeric value generated by the database system and has no real-world meaning or relevance outside the database.</a:t>
            </a:r>
            <a:endParaRPr lang="en-IN" dirty="0"/>
          </a:p>
        </p:txBody>
      </p:sp>
      <p:sp>
        <p:nvSpPr>
          <p:cNvPr id="4" name="Footer Placeholder 3">
            <a:extLst>
              <a:ext uri="{FF2B5EF4-FFF2-40B4-BE49-F238E27FC236}">
                <a16:creationId xmlns:a16="http://schemas.microsoft.com/office/drawing/2014/main" id="{BC8671BE-D5DB-5575-38D6-8303A9A19834}"/>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15933109-6FB1-53FC-8AC9-F5C0D65C9903}"/>
              </a:ext>
            </a:extLst>
          </p:cNvPr>
          <p:cNvSpPr>
            <a:spLocks noGrp="1"/>
          </p:cNvSpPr>
          <p:nvPr>
            <p:ph type="sldNum" sz="quarter" idx="12"/>
          </p:nvPr>
        </p:nvSpPr>
        <p:spPr/>
        <p:txBody>
          <a:bodyPr/>
          <a:lstStyle/>
          <a:p>
            <a:fld id="{CB6A375F-939A-4B86-866A-67BF28C144E1}" type="slidenum">
              <a:rPr lang="en-US" smtClean="0"/>
              <a:pPr/>
              <a:t>26</a:t>
            </a:fld>
            <a:endParaRPr lang="hi-IN"/>
          </a:p>
        </p:txBody>
      </p:sp>
    </p:spTree>
    <p:extLst>
      <p:ext uri="{BB962C8B-B14F-4D97-AF65-F5344CB8AC3E}">
        <p14:creationId xmlns:p14="http://schemas.microsoft.com/office/powerpoint/2010/main" val="922545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40C75-DFD4-D692-DBE5-1A5B20BF0BFE}"/>
              </a:ext>
            </a:extLst>
          </p:cNvPr>
          <p:cNvSpPr>
            <a:spLocks noGrp="1"/>
          </p:cNvSpPr>
          <p:nvPr>
            <p:ph type="title"/>
          </p:nvPr>
        </p:nvSpPr>
        <p:spPr/>
        <p:txBody>
          <a:bodyPr/>
          <a:lstStyle/>
          <a:p>
            <a:r>
              <a:rPr lang="en-US" b="1" dirty="0"/>
              <a:t>Artificial key</a:t>
            </a:r>
            <a:endParaRPr lang="en-IN" dirty="0"/>
          </a:p>
        </p:txBody>
      </p:sp>
      <p:sp>
        <p:nvSpPr>
          <p:cNvPr id="3" name="Content Placeholder 2">
            <a:extLst>
              <a:ext uri="{FF2B5EF4-FFF2-40B4-BE49-F238E27FC236}">
                <a16:creationId xmlns:a16="http://schemas.microsoft.com/office/drawing/2014/main" id="{862C0B6B-47F5-E97E-3C05-B92AF7EA1247}"/>
              </a:ext>
            </a:extLst>
          </p:cNvPr>
          <p:cNvSpPr>
            <a:spLocks noGrp="1"/>
          </p:cNvSpPr>
          <p:nvPr>
            <p:ph idx="1"/>
          </p:nvPr>
        </p:nvSpPr>
        <p:spPr/>
        <p:txBody>
          <a:bodyPr/>
          <a:lstStyle/>
          <a:p>
            <a:r>
              <a:rPr lang="en-US" sz="2800" b="1" dirty="0"/>
              <a:t>Key Characteristics of Artificial Keys:</a:t>
            </a:r>
          </a:p>
          <a:p>
            <a:pPr>
              <a:buFont typeface="+mj-lt"/>
              <a:buAutoNum type="arabicPeriod"/>
            </a:pPr>
            <a:r>
              <a:rPr lang="en-US" sz="2800" b="1" dirty="0"/>
              <a:t>Uniqueness</a:t>
            </a:r>
            <a:r>
              <a:rPr lang="en-US" sz="2800" dirty="0"/>
              <a:t>: Ensures every row in the table can be uniquely identified.</a:t>
            </a:r>
          </a:p>
          <a:p>
            <a:pPr>
              <a:buFont typeface="+mj-lt"/>
              <a:buAutoNum type="arabicPeriod"/>
            </a:pPr>
            <a:r>
              <a:rPr lang="en-US" sz="2800" b="1" dirty="0"/>
              <a:t>Unrelated to Business Logic</a:t>
            </a:r>
            <a:r>
              <a:rPr lang="en-US" sz="2800" dirty="0"/>
              <a:t>: It is not derived from the actual data or attributes of the entity.</a:t>
            </a:r>
          </a:p>
          <a:p>
            <a:pPr>
              <a:buFont typeface="+mj-lt"/>
              <a:buAutoNum type="arabicPeriod"/>
            </a:pPr>
            <a:r>
              <a:rPr lang="en-US" sz="2800" b="1" dirty="0"/>
              <a:t>Database-Generated</a:t>
            </a:r>
            <a:r>
              <a:rPr lang="en-US" sz="2800" dirty="0"/>
              <a:t>: Typically, it is automatically generated by the database system, such as through an auto-increment field or a sequence.</a:t>
            </a:r>
          </a:p>
          <a:p>
            <a:pPr>
              <a:buFont typeface="+mj-lt"/>
              <a:buAutoNum type="arabicPeriod"/>
            </a:pPr>
            <a:r>
              <a:rPr lang="en-US" sz="2800" b="1" dirty="0"/>
              <a:t>Consistency</a:t>
            </a:r>
            <a:r>
              <a:rPr lang="en-US" sz="2800" dirty="0"/>
              <a:t>: Artificial keys provide a stable and unchanging identifier for a row, even if other attributes change.</a:t>
            </a:r>
          </a:p>
          <a:p>
            <a:endParaRPr lang="en-IN" dirty="0"/>
          </a:p>
        </p:txBody>
      </p:sp>
      <p:sp>
        <p:nvSpPr>
          <p:cNvPr id="4" name="Footer Placeholder 3">
            <a:extLst>
              <a:ext uri="{FF2B5EF4-FFF2-40B4-BE49-F238E27FC236}">
                <a16:creationId xmlns:a16="http://schemas.microsoft.com/office/drawing/2014/main" id="{0EFE6848-7C21-6798-3472-83E24617F8CD}"/>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C1F7A070-F4EC-2192-7E1A-82CE47433E3E}"/>
              </a:ext>
            </a:extLst>
          </p:cNvPr>
          <p:cNvSpPr>
            <a:spLocks noGrp="1"/>
          </p:cNvSpPr>
          <p:nvPr>
            <p:ph type="sldNum" sz="quarter" idx="12"/>
          </p:nvPr>
        </p:nvSpPr>
        <p:spPr/>
        <p:txBody>
          <a:bodyPr/>
          <a:lstStyle/>
          <a:p>
            <a:fld id="{CB6A375F-939A-4B86-866A-67BF28C144E1}" type="slidenum">
              <a:rPr lang="en-US" smtClean="0"/>
              <a:pPr/>
              <a:t>27</a:t>
            </a:fld>
            <a:endParaRPr lang="hi-IN"/>
          </a:p>
        </p:txBody>
      </p:sp>
    </p:spTree>
    <p:extLst>
      <p:ext uri="{BB962C8B-B14F-4D97-AF65-F5344CB8AC3E}">
        <p14:creationId xmlns:p14="http://schemas.microsoft.com/office/powerpoint/2010/main" val="2503578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F6110-CD5F-2CF6-E338-ED5F55F45AD4}"/>
              </a:ext>
            </a:extLst>
          </p:cNvPr>
          <p:cNvSpPr>
            <a:spLocks noGrp="1"/>
          </p:cNvSpPr>
          <p:nvPr>
            <p:ph type="title"/>
          </p:nvPr>
        </p:nvSpPr>
        <p:spPr/>
        <p:txBody>
          <a:bodyPr/>
          <a:lstStyle/>
          <a:p>
            <a:r>
              <a:rPr lang="en-US" b="1" dirty="0"/>
              <a:t>Artificial key</a:t>
            </a:r>
            <a:endParaRPr lang="en-IN" dirty="0"/>
          </a:p>
        </p:txBody>
      </p:sp>
      <p:pic>
        <p:nvPicPr>
          <p:cNvPr id="11" name="Content Placeholder 10">
            <a:extLst>
              <a:ext uri="{FF2B5EF4-FFF2-40B4-BE49-F238E27FC236}">
                <a16:creationId xmlns:a16="http://schemas.microsoft.com/office/drawing/2014/main" id="{F284F7F4-3AE9-C0C4-C7FB-DCF214E4FAD2}"/>
              </a:ext>
            </a:extLst>
          </p:cNvPr>
          <p:cNvPicPr>
            <a:picLocks noGrp="1" noChangeAspect="1"/>
          </p:cNvPicPr>
          <p:nvPr>
            <p:ph idx="1"/>
          </p:nvPr>
        </p:nvPicPr>
        <p:blipFill>
          <a:blip r:embed="rId2"/>
          <a:srcRect l="33116" t="22078" r="14286" b="41558"/>
          <a:stretch/>
        </p:blipFill>
        <p:spPr>
          <a:xfrm>
            <a:off x="685800" y="1485900"/>
            <a:ext cx="9993086" cy="3886200"/>
          </a:xfrm>
        </p:spPr>
      </p:pic>
      <p:sp>
        <p:nvSpPr>
          <p:cNvPr id="4" name="Footer Placeholder 3">
            <a:extLst>
              <a:ext uri="{FF2B5EF4-FFF2-40B4-BE49-F238E27FC236}">
                <a16:creationId xmlns:a16="http://schemas.microsoft.com/office/drawing/2014/main" id="{F585B6DF-A8F6-04FB-65FD-47EAB3A66959}"/>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FE792D31-DB88-7DB8-A66F-7F672C13854B}"/>
              </a:ext>
            </a:extLst>
          </p:cNvPr>
          <p:cNvSpPr>
            <a:spLocks noGrp="1"/>
          </p:cNvSpPr>
          <p:nvPr>
            <p:ph type="sldNum" sz="quarter" idx="12"/>
          </p:nvPr>
        </p:nvSpPr>
        <p:spPr/>
        <p:txBody>
          <a:bodyPr/>
          <a:lstStyle/>
          <a:p>
            <a:fld id="{CB6A375F-939A-4B86-866A-67BF28C144E1}" type="slidenum">
              <a:rPr lang="en-US" smtClean="0"/>
              <a:pPr/>
              <a:t>28</a:t>
            </a:fld>
            <a:endParaRPr lang="hi-IN"/>
          </a:p>
        </p:txBody>
      </p:sp>
    </p:spTree>
    <p:extLst>
      <p:ext uri="{BB962C8B-B14F-4D97-AF65-F5344CB8AC3E}">
        <p14:creationId xmlns:p14="http://schemas.microsoft.com/office/powerpoint/2010/main" val="3065698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A753A42-0BA1-1779-A29E-E57B1E8787D9}"/>
              </a:ext>
            </a:extLst>
          </p:cNvPr>
          <p:cNvSpPr>
            <a:spLocks noGrp="1"/>
          </p:cNvSpPr>
          <p:nvPr>
            <p:ph type="title"/>
          </p:nvPr>
        </p:nvSpPr>
        <p:spPr>
          <a:xfrm>
            <a:off x="260352" y="228600"/>
            <a:ext cx="10687049" cy="914400"/>
          </a:xfrm>
        </p:spPr>
        <p:txBody>
          <a:bodyPr/>
          <a:lstStyle/>
          <a:p>
            <a:r>
              <a:rPr kumimoji="0" lang="en-US" altLang="en-US" b="1" i="0" u="none" strike="noStrike" cap="none" normalizeH="0" baseline="0" dirty="0">
                <a:ln>
                  <a:noFill/>
                </a:ln>
                <a:effectLst/>
              </a:rPr>
              <a:t>Artificial Keys vs. Natural Keys:</a:t>
            </a:r>
            <a:endParaRPr lang="en-US" dirty="0"/>
          </a:p>
        </p:txBody>
      </p:sp>
      <p:sp>
        <p:nvSpPr>
          <p:cNvPr id="7" name="Rectangle 2">
            <a:extLst>
              <a:ext uri="{FF2B5EF4-FFF2-40B4-BE49-F238E27FC236}">
                <a16:creationId xmlns:a16="http://schemas.microsoft.com/office/drawing/2014/main" id="{227F4379-FB61-7CC1-7E64-FFDD3443C548}"/>
              </a:ext>
            </a:extLst>
          </p:cNvPr>
          <p:cNvSpPr>
            <a:spLocks noGrp="1" noChangeArrowheads="1"/>
          </p:cNvSpPr>
          <p:nvPr>
            <p:ph idx="1"/>
          </p:nvPr>
        </p:nvSpPr>
        <p:spPr bwMode="auto">
          <a:xfrm>
            <a:off x="812800" y="1600200"/>
            <a:ext cx="10566400" cy="4419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rPr>
              <a:t>Artificial Key</a:t>
            </a:r>
            <a:r>
              <a:rPr kumimoji="0" lang="en-US" altLang="en-US" b="0" i="0" u="none" strike="noStrike" cap="none" normalizeH="0" baseline="0" dirty="0">
                <a:ln>
                  <a:noFill/>
                </a:ln>
                <a:effectLst/>
              </a:rPr>
              <a:t>: Created solely for database management and has no inherent meaning in the real world.</a:t>
            </a:r>
          </a:p>
          <a:p>
            <a:pPr marL="457200" marR="0" lvl="1" indent="0" defTabSz="914400" rtl="0" eaLnBrk="0" fontAlgn="base" latinLnBrk="0" hangingPunct="0">
              <a:spcBef>
                <a:spcPct val="0"/>
              </a:spcBef>
              <a:spcAft>
                <a:spcPts val="600"/>
              </a:spcAft>
              <a:buClrTx/>
              <a:buSzTx/>
              <a:buFontTx/>
              <a:buChar char="•"/>
              <a:tabLst/>
            </a:pPr>
            <a:r>
              <a:rPr kumimoji="0" lang="en-US" altLang="en-US" sz="3200" b="0" i="0" u="none" strike="noStrike" cap="none" normalizeH="0" baseline="0" dirty="0">
                <a:ln>
                  <a:noFill/>
                </a:ln>
                <a:effectLst/>
              </a:rPr>
              <a:t>Example: A sequential number like 1, 2, 3.</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rPr>
              <a:t>Natural Key</a:t>
            </a:r>
            <a:r>
              <a:rPr kumimoji="0" lang="en-US" altLang="en-US" b="0" i="0" u="none" strike="noStrike" cap="none" normalizeH="0" baseline="0" dirty="0">
                <a:ln>
                  <a:noFill/>
                </a:ln>
                <a:effectLst/>
              </a:rPr>
              <a:t>: Derived from real-world data and has intrinsic meaning.</a:t>
            </a:r>
          </a:p>
          <a:p>
            <a:pPr marL="457200" marR="0" lvl="1" indent="0" defTabSz="914400" rtl="0" eaLnBrk="0" fontAlgn="base" latinLnBrk="0" hangingPunct="0">
              <a:spcBef>
                <a:spcPct val="0"/>
              </a:spcBef>
              <a:spcAft>
                <a:spcPts val="600"/>
              </a:spcAft>
              <a:buClrTx/>
              <a:buSzTx/>
              <a:buFontTx/>
              <a:buChar char="•"/>
              <a:tabLst/>
            </a:pPr>
            <a:r>
              <a:rPr kumimoji="0" lang="en-US" altLang="en-US" sz="3200" b="0" i="0" u="none" strike="noStrike" cap="none" normalizeH="0" baseline="0" dirty="0">
                <a:ln>
                  <a:noFill/>
                </a:ln>
                <a:effectLst/>
              </a:rPr>
              <a:t>Example: Social Security Number (SSN), Email Address.</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dirty="0">
              <a:ln>
                <a:noFill/>
              </a:ln>
              <a:effectLst/>
            </a:endParaRPr>
          </a:p>
        </p:txBody>
      </p:sp>
      <p:sp>
        <p:nvSpPr>
          <p:cNvPr id="4" name="Footer Placeholder 3">
            <a:extLst>
              <a:ext uri="{FF2B5EF4-FFF2-40B4-BE49-F238E27FC236}">
                <a16:creationId xmlns:a16="http://schemas.microsoft.com/office/drawing/2014/main" id="{FA8EA1ED-C93B-CE4A-8EC1-7BDD5FE2DA98}"/>
              </a:ext>
            </a:extLst>
          </p:cNvPr>
          <p:cNvSpPr>
            <a:spLocks noGrp="1"/>
          </p:cNvSpPr>
          <p:nvPr>
            <p:ph type="ftr" sz="quarter" idx="11"/>
          </p:nvPr>
        </p:nvSpPr>
        <p:spPr>
          <a:xfrm>
            <a:off x="4165600" y="6248400"/>
            <a:ext cx="3860800" cy="457200"/>
          </a:xfrm>
        </p:spPr>
        <p:txBody>
          <a:bodyPr wrap="square" anchor="b">
            <a:normAutofit/>
          </a:bodyPr>
          <a:lstStyle/>
          <a:p>
            <a:pPr>
              <a:spcAft>
                <a:spcPts val="600"/>
              </a:spcAft>
            </a:pPr>
            <a:r>
              <a:rPr lang="en-US"/>
              <a:t>Simplified Approach to DBMS                                                     By Parteek Bhatia</a:t>
            </a:r>
            <a:endParaRPr lang="hi-IN"/>
          </a:p>
        </p:txBody>
      </p:sp>
      <p:sp>
        <p:nvSpPr>
          <p:cNvPr id="5" name="Slide Number Placeholder 4">
            <a:extLst>
              <a:ext uri="{FF2B5EF4-FFF2-40B4-BE49-F238E27FC236}">
                <a16:creationId xmlns:a16="http://schemas.microsoft.com/office/drawing/2014/main" id="{D6CFF1A8-5E56-7A91-D314-BD4F67E71889}"/>
              </a:ext>
            </a:extLst>
          </p:cNvPr>
          <p:cNvSpPr>
            <a:spLocks noGrp="1"/>
          </p:cNvSpPr>
          <p:nvPr>
            <p:ph type="sldNum" sz="quarter" idx="12"/>
          </p:nvPr>
        </p:nvSpPr>
        <p:spPr>
          <a:xfrm>
            <a:off x="8737600" y="6248400"/>
            <a:ext cx="2844800" cy="457200"/>
          </a:xfrm>
        </p:spPr>
        <p:txBody>
          <a:bodyPr wrap="square" anchor="b">
            <a:normAutofit/>
          </a:bodyPr>
          <a:lstStyle/>
          <a:p>
            <a:pPr>
              <a:spcAft>
                <a:spcPts val="600"/>
              </a:spcAft>
            </a:pPr>
            <a:fld id="{CB6A375F-939A-4B86-866A-67BF28C144E1}" type="slidenum">
              <a:rPr lang="en-US" smtClean="0"/>
              <a:pPr>
                <a:spcAft>
                  <a:spcPts val="600"/>
                </a:spcAft>
              </a:pPr>
              <a:t>29</a:t>
            </a:fld>
            <a:endParaRPr lang="hi-IN"/>
          </a:p>
        </p:txBody>
      </p:sp>
    </p:spTree>
    <p:extLst>
      <p:ext uri="{BB962C8B-B14F-4D97-AF65-F5344CB8AC3E}">
        <p14:creationId xmlns:p14="http://schemas.microsoft.com/office/powerpoint/2010/main" val="11885520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A5B6D-CEC6-31AA-2AFD-B96B0578B949}"/>
              </a:ext>
            </a:extLst>
          </p:cNvPr>
          <p:cNvSpPr>
            <a:spLocks noGrp="1"/>
          </p:cNvSpPr>
          <p:nvPr>
            <p:ph type="title"/>
          </p:nvPr>
        </p:nvSpPr>
        <p:spPr/>
        <p:txBody>
          <a:bodyPr/>
          <a:lstStyle/>
          <a:p>
            <a:r>
              <a:rPr lang="en-US" b="1" dirty="0"/>
              <a:t>Pros of Artificial Keys</a:t>
            </a:r>
            <a:endParaRPr lang="en-IN" dirty="0"/>
          </a:p>
        </p:txBody>
      </p:sp>
      <p:sp>
        <p:nvSpPr>
          <p:cNvPr id="3" name="Content Placeholder 2">
            <a:extLst>
              <a:ext uri="{FF2B5EF4-FFF2-40B4-BE49-F238E27FC236}">
                <a16:creationId xmlns:a16="http://schemas.microsoft.com/office/drawing/2014/main" id="{E65A0FB2-957B-4F55-541C-89B353B3A63B}"/>
              </a:ext>
            </a:extLst>
          </p:cNvPr>
          <p:cNvSpPr>
            <a:spLocks noGrp="1"/>
          </p:cNvSpPr>
          <p:nvPr>
            <p:ph idx="1"/>
          </p:nvPr>
        </p:nvSpPr>
        <p:spPr/>
        <p:txBody>
          <a:bodyPr/>
          <a:lstStyle/>
          <a:p>
            <a:pPr>
              <a:buFont typeface="+mj-lt"/>
              <a:buAutoNum type="arabicPeriod"/>
            </a:pPr>
            <a:r>
              <a:rPr lang="en-US" b="1" dirty="0"/>
              <a:t>Flexibility</a:t>
            </a:r>
            <a:r>
              <a:rPr lang="en-US" dirty="0"/>
              <a:t>: Remains unaffected by changes in the underlying data.</a:t>
            </a:r>
          </a:p>
          <a:p>
            <a:pPr>
              <a:buFont typeface="+mj-lt"/>
              <a:buAutoNum type="arabicPeriod"/>
            </a:pPr>
            <a:r>
              <a:rPr lang="en-US" b="1" dirty="0"/>
              <a:t>Consistency</a:t>
            </a:r>
            <a:r>
              <a:rPr lang="en-US" dirty="0"/>
              <a:t>: Ensures a single, unchanging key for each record.</a:t>
            </a:r>
          </a:p>
          <a:p>
            <a:pPr>
              <a:buFont typeface="+mj-lt"/>
              <a:buAutoNum type="arabicPeriod"/>
            </a:pPr>
            <a:r>
              <a:rPr lang="en-US" b="1" dirty="0"/>
              <a:t>Indexing and Performance</a:t>
            </a:r>
            <a:r>
              <a:rPr lang="en-US" dirty="0"/>
              <a:t>: Typically smaller and more efficient for indexing.</a:t>
            </a:r>
          </a:p>
          <a:p>
            <a:endParaRPr lang="en-IN" dirty="0"/>
          </a:p>
        </p:txBody>
      </p:sp>
      <p:sp>
        <p:nvSpPr>
          <p:cNvPr id="4" name="Footer Placeholder 3">
            <a:extLst>
              <a:ext uri="{FF2B5EF4-FFF2-40B4-BE49-F238E27FC236}">
                <a16:creationId xmlns:a16="http://schemas.microsoft.com/office/drawing/2014/main" id="{B6DA6FEE-761C-93A1-5D7B-CC1B3EECDB5A}"/>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8D0CFE63-E883-98F4-AF26-46B120AC88F6}"/>
              </a:ext>
            </a:extLst>
          </p:cNvPr>
          <p:cNvSpPr>
            <a:spLocks noGrp="1"/>
          </p:cNvSpPr>
          <p:nvPr>
            <p:ph type="sldNum" sz="quarter" idx="12"/>
          </p:nvPr>
        </p:nvSpPr>
        <p:spPr/>
        <p:txBody>
          <a:bodyPr/>
          <a:lstStyle/>
          <a:p>
            <a:fld id="{CB6A375F-939A-4B86-866A-67BF28C144E1}" type="slidenum">
              <a:rPr lang="en-US" smtClean="0"/>
              <a:pPr/>
              <a:t>30</a:t>
            </a:fld>
            <a:endParaRPr lang="hi-IN"/>
          </a:p>
        </p:txBody>
      </p:sp>
    </p:spTree>
    <p:extLst>
      <p:ext uri="{BB962C8B-B14F-4D97-AF65-F5344CB8AC3E}">
        <p14:creationId xmlns:p14="http://schemas.microsoft.com/office/powerpoint/2010/main" val="4089491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FF0B-982A-9B15-3FA0-72780BE59A5D}"/>
              </a:ext>
            </a:extLst>
          </p:cNvPr>
          <p:cNvSpPr>
            <a:spLocks noGrp="1"/>
          </p:cNvSpPr>
          <p:nvPr>
            <p:ph type="title"/>
          </p:nvPr>
        </p:nvSpPr>
        <p:spPr/>
        <p:txBody>
          <a:bodyPr/>
          <a:lstStyle/>
          <a:p>
            <a:r>
              <a:rPr lang="en-US" b="1" dirty="0"/>
              <a:t>Cons of Artificial Keys</a:t>
            </a:r>
            <a:endParaRPr lang="en-IN" dirty="0"/>
          </a:p>
        </p:txBody>
      </p:sp>
      <p:sp>
        <p:nvSpPr>
          <p:cNvPr id="3" name="Content Placeholder 2">
            <a:extLst>
              <a:ext uri="{FF2B5EF4-FFF2-40B4-BE49-F238E27FC236}">
                <a16:creationId xmlns:a16="http://schemas.microsoft.com/office/drawing/2014/main" id="{EFCC745F-53C8-5B5A-362B-74DB3E4C0621}"/>
              </a:ext>
            </a:extLst>
          </p:cNvPr>
          <p:cNvSpPr>
            <a:spLocks noGrp="1"/>
          </p:cNvSpPr>
          <p:nvPr>
            <p:ph idx="1"/>
          </p:nvPr>
        </p:nvSpPr>
        <p:spPr/>
        <p:txBody>
          <a:bodyPr/>
          <a:lstStyle/>
          <a:p>
            <a:pPr>
              <a:buFont typeface="+mj-lt"/>
              <a:buAutoNum type="arabicPeriod"/>
            </a:pPr>
            <a:r>
              <a:rPr lang="en-US" b="1" dirty="0"/>
              <a:t>No Business Relevance</a:t>
            </a:r>
            <a:r>
              <a:rPr lang="en-US" dirty="0"/>
              <a:t>: Cannot convey meaningful information about the record.</a:t>
            </a:r>
          </a:p>
          <a:p>
            <a:pPr>
              <a:buFont typeface="+mj-lt"/>
              <a:buAutoNum type="arabicPeriod"/>
            </a:pPr>
            <a:r>
              <a:rPr lang="en-US" b="1" dirty="0"/>
              <a:t>Additional Maintenance</a:t>
            </a:r>
            <a:r>
              <a:rPr lang="en-US" dirty="0"/>
              <a:t>: Requires the generation and management of unique values.</a:t>
            </a:r>
          </a:p>
          <a:p>
            <a:endParaRPr lang="en-IN" dirty="0"/>
          </a:p>
        </p:txBody>
      </p:sp>
      <p:sp>
        <p:nvSpPr>
          <p:cNvPr id="4" name="Footer Placeholder 3">
            <a:extLst>
              <a:ext uri="{FF2B5EF4-FFF2-40B4-BE49-F238E27FC236}">
                <a16:creationId xmlns:a16="http://schemas.microsoft.com/office/drawing/2014/main" id="{18C722C0-09B4-1379-D239-CA46E983E140}"/>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D172B17E-38A8-F7D6-DC95-D5B7654E6FCF}"/>
              </a:ext>
            </a:extLst>
          </p:cNvPr>
          <p:cNvSpPr>
            <a:spLocks noGrp="1"/>
          </p:cNvSpPr>
          <p:nvPr>
            <p:ph type="sldNum" sz="quarter" idx="12"/>
          </p:nvPr>
        </p:nvSpPr>
        <p:spPr/>
        <p:txBody>
          <a:bodyPr/>
          <a:lstStyle/>
          <a:p>
            <a:fld id="{CB6A375F-939A-4B86-866A-67BF28C144E1}" type="slidenum">
              <a:rPr lang="en-US" smtClean="0"/>
              <a:pPr/>
              <a:t>31</a:t>
            </a:fld>
            <a:endParaRPr lang="hi-IN"/>
          </a:p>
        </p:txBody>
      </p:sp>
    </p:spTree>
    <p:extLst>
      <p:ext uri="{BB962C8B-B14F-4D97-AF65-F5344CB8AC3E}">
        <p14:creationId xmlns:p14="http://schemas.microsoft.com/office/powerpoint/2010/main" val="36517011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FCBFE-6C0E-ACB1-E47F-0B70906357E6}"/>
              </a:ext>
            </a:extLst>
          </p:cNvPr>
          <p:cNvSpPr>
            <a:spLocks noGrp="1"/>
          </p:cNvSpPr>
          <p:nvPr>
            <p:ph type="title"/>
          </p:nvPr>
        </p:nvSpPr>
        <p:spPr/>
        <p:txBody>
          <a:bodyPr/>
          <a:lstStyle/>
          <a:p>
            <a:r>
              <a:rPr lang="en-US" b="1" dirty="0"/>
              <a:t>Use Cases</a:t>
            </a:r>
            <a:endParaRPr lang="en-IN" dirty="0"/>
          </a:p>
        </p:txBody>
      </p:sp>
      <p:sp>
        <p:nvSpPr>
          <p:cNvPr id="3" name="Content Placeholder 2">
            <a:extLst>
              <a:ext uri="{FF2B5EF4-FFF2-40B4-BE49-F238E27FC236}">
                <a16:creationId xmlns:a16="http://schemas.microsoft.com/office/drawing/2014/main" id="{DEF5DD1D-9EDD-18A2-6F10-167517347C18}"/>
              </a:ext>
            </a:extLst>
          </p:cNvPr>
          <p:cNvSpPr>
            <a:spLocks noGrp="1"/>
          </p:cNvSpPr>
          <p:nvPr>
            <p:ph idx="1"/>
          </p:nvPr>
        </p:nvSpPr>
        <p:spPr/>
        <p:txBody>
          <a:bodyPr/>
          <a:lstStyle/>
          <a:p>
            <a:pPr>
              <a:buFont typeface="Arial" panose="020B0604020202020204" pitchFamily="34" charset="0"/>
              <a:buChar char="•"/>
            </a:pPr>
            <a:r>
              <a:rPr lang="en-US" dirty="0"/>
              <a:t>Artificial keys are often used when:</a:t>
            </a:r>
          </a:p>
          <a:p>
            <a:pPr marL="742950" lvl="1" indent="-285750">
              <a:buFont typeface="Arial" panose="020B0604020202020204" pitchFamily="34" charset="0"/>
              <a:buChar char="•"/>
            </a:pPr>
            <a:r>
              <a:rPr lang="en-US" dirty="0"/>
              <a:t>No suitable natural key exists.</a:t>
            </a:r>
          </a:p>
          <a:p>
            <a:pPr marL="742950" lvl="1" indent="-285750">
              <a:buFont typeface="Arial" panose="020B0604020202020204" pitchFamily="34" charset="0"/>
              <a:buChar char="•"/>
            </a:pPr>
            <a:r>
              <a:rPr lang="en-US" dirty="0"/>
              <a:t>Composite keys (multiple columns combined) would be required for uniqueness.</a:t>
            </a:r>
          </a:p>
          <a:p>
            <a:pPr marL="742950" lvl="1" indent="-285750">
              <a:buFont typeface="Arial" panose="020B0604020202020204" pitchFamily="34" charset="0"/>
              <a:buChar char="•"/>
            </a:pPr>
            <a:r>
              <a:rPr lang="en-US" dirty="0"/>
              <a:t>The natural key might change over time (e.g., email or phone number).</a:t>
            </a:r>
          </a:p>
          <a:p>
            <a:endParaRPr lang="en-IN" dirty="0"/>
          </a:p>
        </p:txBody>
      </p:sp>
      <p:sp>
        <p:nvSpPr>
          <p:cNvPr id="4" name="Footer Placeholder 3">
            <a:extLst>
              <a:ext uri="{FF2B5EF4-FFF2-40B4-BE49-F238E27FC236}">
                <a16:creationId xmlns:a16="http://schemas.microsoft.com/office/drawing/2014/main" id="{B95728C2-243B-C059-BE10-F9A75F8B31A1}"/>
              </a:ext>
            </a:extLst>
          </p:cNvPr>
          <p:cNvSpPr>
            <a:spLocks noGrp="1"/>
          </p:cNvSpPr>
          <p:nvPr>
            <p:ph type="ftr" sz="quarter" idx="11"/>
          </p:nvPr>
        </p:nvSpPr>
        <p:spPr/>
        <p:txBody>
          <a:bodyPr/>
          <a:lstStyle/>
          <a:p>
            <a:r>
              <a:rPr lang="en-US"/>
              <a:t>Simplified Approach to DBMS                                                     By Parteek Bhatia</a:t>
            </a:r>
            <a:endParaRPr lang="hi-IN"/>
          </a:p>
        </p:txBody>
      </p:sp>
      <p:sp>
        <p:nvSpPr>
          <p:cNvPr id="5" name="Slide Number Placeholder 4">
            <a:extLst>
              <a:ext uri="{FF2B5EF4-FFF2-40B4-BE49-F238E27FC236}">
                <a16:creationId xmlns:a16="http://schemas.microsoft.com/office/drawing/2014/main" id="{2114B99D-8934-63E5-F248-31D0290AFF4E}"/>
              </a:ext>
            </a:extLst>
          </p:cNvPr>
          <p:cNvSpPr>
            <a:spLocks noGrp="1"/>
          </p:cNvSpPr>
          <p:nvPr>
            <p:ph type="sldNum" sz="quarter" idx="12"/>
          </p:nvPr>
        </p:nvSpPr>
        <p:spPr/>
        <p:txBody>
          <a:bodyPr/>
          <a:lstStyle/>
          <a:p>
            <a:fld id="{CB6A375F-939A-4B86-866A-67BF28C144E1}" type="slidenum">
              <a:rPr lang="en-US" smtClean="0"/>
              <a:pPr/>
              <a:t>32</a:t>
            </a:fld>
            <a:endParaRPr lang="hi-IN"/>
          </a:p>
        </p:txBody>
      </p:sp>
    </p:spTree>
    <p:extLst>
      <p:ext uri="{BB962C8B-B14F-4D97-AF65-F5344CB8AC3E}">
        <p14:creationId xmlns:p14="http://schemas.microsoft.com/office/powerpoint/2010/main" val="2114919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B91F10A9-3F1B-5C59-5E58-AE5B593CC522}"/>
              </a:ext>
            </a:extLst>
          </p:cNvPr>
          <p:cNvSpPr>
            <a:spLocks noGrp="1"/>
          </p:cNvSpPr>
          <p:nvPr>
            <p:ph type="title"/>
          </p:nvPr>
        </p:nvSpPr>
        <p:spPr>
          <a:xfrm>
            <a:off x="260352" y="228600"/>
            <a:ext cx="10687049" cy="914400"/>
          </a:xfrm>
        </p:spPr>
        <p:txBody>
          <a:bodyPr/>
          <a:lstStyle/>
          <a:p>
            <a:endParaRPr lang="en-US"/>
          </a:p>
        </p:txBody>
      </p:sp>
      <p:sp>
        <p:nvSpPr>
          <p:cNvPr id="12" name="Rectangle 2">
            <a:extLst>
              <a:ext uri="{FF2B5EF4-FFF2-40B4-BE49-F238E27FC236}">
                <a16:creationId xmlns:a16="http://schemas.microsoft.com/office/drawing/2014/main" id="{321ABAB4-EB73-A904-F3C0-A5F005B548E7}"/>
              </a:ext>
            </a:extLst>
          </p:cNvPr>
          <p:cNvSpPr>
            <a:spLocks noGrp="1" noChangeArrowheads="1"/>
          </p:cNvSpPr>
          <p:nvPr>
            <p:ph sz="half" idx="1"/>
          </p:nvPr>
        </p:nvSpPr>
        <p:spPr bwMode="auto">
          <a:xfrm>
            <a:off x="812800" y="1600200"/>
            <a:ext cx="9931400" cy="4419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500" b="1" i="0" u="none" strike="noStrike" cap="none" normalizeH="0" baseline="0" dirty="0">
                <a:ln>
                  <a:noFill/>
                </a:ln>
                <a:effectLst/>
              </a:rPr>
              <a:t>Primary Key (PK)</a:t>
            </a:r>
            <a:r>
              <a:rPr kumimoji="0" lang="en-US" altLang="en-US" sz="1500" b="0" i="0" u="none" strike="noStrike" cap="none" normalizeH="0" baseline="0" dirty="0">
                <a:ln>
                  <a:noFill/>
                </a:ln>
                <a:effectLst/>
              </a:rPr>
              <a:t>:</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500" b="0" i="0" u="none" strike="noStrike" cap="none" normalizeH="0" baseline="0" dirty="0">
                <a:ln>
                  <a:noFill/>
                </a:ln>
                <a:effectLst/>
              </a:rPr>
              <a:t>{</a:t>
            </a:r>
            <a:r>
              <a:rPr kumimoji="0" lang="en-US" altLang="en-US" sz="1500" b="0" i="0" u="none" strike="noStrike" cap="none" normalizeH="0" baseline="0" dirty="0" err="1">
                <a:ln>
                  <a:noFill/>
                </a:ln>
                <a:effectLst/>
              </a:rPr>
              <a:t>EnrollmentID</a:t>
            </a:r>
            <a:r>
              <a:rPr kumimoji="0" lang="en-US" altLang="en-US" sz="1500" b="0" i="0" u="none" strike="noStrike" cap="none" normalizeH="0" baseline="0" dirty="0">
                <a:ln>
                  <a:noFill/>
                </a:ln>
                <a:effectLst/>
              </a:rPr>
              <a:t>}: A single-column key uniquely identifying each row.</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500" b="0" i="0" u="none" strike="noStrike" cap="none" normalizeH="0" baseline="0" dirty="0">
                <a:ln>
                  <a:noFill/>
                </a:ln>
                <a:effectLst/>
              </a:rPr>
              <a:t>Chosen for simplicity and efficiency as the main identifier.</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500" b="1" i="0" u="none" strike="noStrike" cap="none" normalizeH="0" baseline="0" dirty="0">
                <a:ln>
                  <a:noFill/>
                </a:ln>
                <a:effectLst/>
              </a:rPr>
              <a:t>Composite Key (Candidate Key)</a:t>
            </a:r>
            <a:r>
              <a:rPr kumimoji="0" lang="en-US" altLang="en-US" sz="1500" b="0" i="0" u="none" strike="noStrike" cap="none" normalizeH="0" baseline="0" dirty="0">
                <a:ln>
                  <a:noFill/>
                </a:ln>
                <a:effectLst/>
              </a:rPr>
              <a:t>:</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500" b="0" i="0" u="none" strike="noStrike" cap="none" normalizeH="0" baseline="0" dirty="0">
                <a:ln>
                  <a:noFill/>
                </a:ln>
                <a:effectLst/>
              </a:rPr>
              <a:t>{</a:t>
            </a:r>
            <a:r>
              <a:rPr kumimoji="0" lang="en-US" altLang="en-US" sz="1500" b="0" i="0" u="none" strike="noStrike" cap="none" normalizeH="0" baseline="0" dirty="0" err="1">
                <a:ln>
                  <a:noFill/>
                </a:ln>
                <a:effectLst/>
              </a:rPr>
              <a:t>StudentID</a:t>
            </a:r>
            <a:r>
              <a:rPr kumimoji="0" lang="en-US" altLang="en-US" sz="1500" b="0" i="0" u="none" strike="noStrike" cap="none" normalizeH="0" baseline="0" dirty="0">
                <a:ln>
                  <a:noFill/>
                </a:ln>
                <a:effectLst/>
              </a:rPr>
              <a:t>, </a:t>
            </a:r>
            <a:r>
              <a:rPr kumimoji="0" lang="en-US" altLang="en-US" sz="1500" b="0" i="0" u="none" strike="noStrike" cap="none" normalizeH="0" baseline="0" dirty="0" err="1">
                <a:ln>
                  <a:noFill/>
                </a:ln>
                <a:effectLst/>
              </a:rPr>
              <a:t>CourseID</a:t>
            </a:r>
            <a:r>
              <a:rPr kumimoji="0" lang="en-US" altLang="en-US" sz="1500" b="0" i="0" u="none" strike="noStrike" cap="none" normalizeH="0" baseline="0" dirty="0">
                <a:ln>
                  <a:noFill/>
                </a:ln>
                <a:effectLst/>
              </a:rPr>
              <a:t>, Semester}: A natural key that ensures no student can enroll in the same course in the same semester more than once.</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500" b="0" i="0" u="none" strike="noStrike" cap="none" normalizeH="0" baseline="0" dirty="0">
                <a:ln>
                  <a:noFill/>
                </a:ln>
                <a:effectLst/>
              </a:rPr>
              <a:t>Could also serve as the primary key if </a:t>
            </a:r>
            <a:r>
              <a:rPr kumimoji="0" lang="en-US" altLang="en-US" sz="1500" b="0" i="0" u="none" strike="noStrike" cap="none" normalizeH="0" baseline="0" dirty="0" err="1">
                <a:ln>
                  <a:noFill/>
                </a:ln>
                <a:effectLst/>
              </a:rPr>
              <a:t>EnrollmentID</a:t>
            </a:r>
            <a:r>
              <a:rPr kumimoji="0" lang="en-US" altLang="en-US" sz="1500" b="0" i="0" u="none" strike="noStrike" cap="none" normalizeH="0" baseline="0" dirty="0">
                <a:ln>
                  <a:noFill/>
                </a:ln>
                <a:effectLst/>
              </a:rPr>
              <a:t> weren't used.</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500" b="1" i="0" u="none" strike="noStrike" cap="none" normalizeH="0" baseline="0" dirty="0">
                <a:ln>
                  <a:noFill/>
                </a:ln>
                <a:effectLst/>
              </a:rPr>
              <a:t>Alternate Key (AK)</a:t>
            </a:r>
            <a:r>
              <a:rPr kumimoji="0" lang="en-US" altLang="en-US" sz="1500" b="0" i="0" u="none" strike="noStrike" cap="none" normalizeH="0" baseline="0" dirty="0">
                <a:ln>
                  <a:noFill/>
                </a:ln>
                <a:effectLst/>
              </a:rPr>
              <a:t>:</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500" b="0" i="0" u="none" strike="noStrike" cap="none" normalizeH="0" baseline="0" dirty="0">
                <a:ln>
                  <a:noFill/>
                </a:ln>
                <a:effectLst/>
              </a:rPr>
              <a:t>{</a:t>
            </a:r>
            <a:r>
              <a:rPr kumimoji="0" lang="en-US" altLang="en-US" sz="1500" b="0" i="0" u="none" strike="noStrike" cap="none" normalizeH="0" baseline="0" dirty="0" err="1">
                <a:ln>
                  <a:noFill/>
                </a:ln>
                <a:effectLst/>
              </a:rPr>
              <a:t>StudentID</a:t>
            </a:r>
            <a:r>
              <a:rPr kumimoji="0" lang="en-US" altLang="en-US" sz="1500" b="0" i="0" u="none" strike="noStrike" cap="none" normalizeH="0" baseline="0" dirty="0">
                <a:ln>
                  <a:noFill/>
                </a:ln>
                <a:effectLst/>
              </a:rPr>
              <a:t>, </a:t>
            </a:r>
            <a:r>
              <a:rPr kumimoji="0" lang="en-US" altLang="en-US" sz="1500" b="0" i="0" u="none" strike="noStrike" cap="none" normalizeH="0" baseline="0" dirty="0" err="1">
                <a:ln>
                  <a:noFill/>
                </a:ln>
                <a:effectLst/>
              </a:rPr>
              <a:t>CourseID</a:t>
            </a:r>
            <a:r>
              <a:rPr kumimoji="0" lang="en-US" altLang="en-US" sz="1500" b="0" i="0" u="none" strike="noStrike" cap="none" normalizeH="0" baseline="0" dirty="0">
                <a:ln>
                  <a:noFill/>
                </a:ln>
                <a:effectLst/>
              </a:rPr>
              <a:t>, Semester}: If {</a:t>
            </a:r>
            <a:r>
              <a:rPr kumimoji="0" lang="en-US" altLang="en-US" sz="1500" b="0" i="0" u="none" strike="noStrike" cap="none" normalizeH="0" baseline="0" dirty="0" err="1">
                <a:ln>
                  <a:noFill/>
                </a:ln>
                <a:effectLst/>
              </a:rPr>
              <a:t>EnrollmentID</a:t>
            </a:r>
            <a:r>
              <a:rPr kumimoji="0" lang="en-US" altLang="en-US" sz="1500" b="0" i="0" u="none" strike="noStrike" cap="none" normalizeH="0" baseline="0" dirty="0">
                <a:ln>
                  <a:noFill/>
                </a:ln>
                <a:effectLst/>
              </a:rPr>
              <a:t>} is chosen as the primary key, the composite key {</a:t>
            </a:r>
            <a:r>
              <a:rPr kumimoji="0" lang="en-US" altLang="en-US" sz="1500" b="0" i="0" u="none" strike="noStrike" cap="none" normalizeH="0" baseline="0" dirty="0" err="1">
                <a:ln>
                  <a:noFill/>
                </a:ln>
                <a:effectLst/>
              </a:rPr>
              <a:t>StudentID</a:t>
            </a:r>
            <a:r>
              <a:rPr kumimoji="0" lang="en-US" altLang="en-US" sz="1500" b="0" i="0" u="none" strike="noStrike" cap="none" normalizeH="0" baseline="0" dirty="0">
                <a:ln>
                  <a:noFill/>
                </a:ln>
                <a:effectLst/>
              </a:rPr>
              <a:t>, </a:t>
            </a:r>
            <a:r>
              <a:rPr kumimoji="0" lang="en-US" altLang="en-US" sz="1500" b="0" i="0" u="none" strike="noStrike" cap="none" normalizeH="0" baseline="0" dirty="0" err="1">
                <a:ln>
                  <a:noFill/>
                </a:ln>
                <a:effectLst/>
              </a:rPr>
              <a:t>CourseID</a:t>
            </a:r>
            <a:r>
              <a:rPr kumimoji="0" lang="en-US" altLang="en-US" sz="1500" b="0" i="0" u="none" strike="noStrike" cap="none" normalizeH="0" baseline="0" dirty="0">
                <a:ln>
                  <a:noFill/>
                </a:ln>
                <a:effectLst/>
              </a:rPr>
              <a:t>, Semester} becomes an alternate key because it also uniquely identifies rows but is not the primary key.</a:t>
            </a:r>
          </a:p>
          <a:p>
            <a:pPr marL="0" marR="0" lvl="0" indent="0" defTabSz="914400" rtl="0" eaLnBrk="0" fontAlgn="base" latinLnBrk="0" hangingPunct="0">
              <a:lnSpc>
                <a:spcPct val="90000"/>
              </a:lnSpc>
              <a:spcBef>
                <a:spcPct val="0"/>
              </a:spcBef>
              <a:spcAft>
                <a:spcPts val="600"/>
              </a:spcAft>
              <a:buClrTx/>
              <a:buSzTx/>
              <a:buFontTx/>
              <a:buNone/>
              <a:tabLst/>
            </a:pPr>
            <a:endParaRPr kumimoji="0" lang="en-US" altLang="en-US" sz="1500" b="0" i="0" u="none" strike="noStrike" cap="none" normalizeH="0" baseline="0" dirty="0">
              <a:ln>
                <a:noFill/>
              </a:ln>
              <a:effectLst/>
            </a:endParaRPr>
          </a:p>
        </p:txBody>
      </p:sp>
      <p:sp>
        <p:nvSpPr>
          <p:cNvPr id="7" name="Footer Placeholder 6">
            <a:extLst>
              <a:ext uri="{FF2B5EF4-FFF2-40B4-BE49-F238E27FC236}">
                <a16:creationId xmlns:a16="http://schemas.microsoft.com/office/drawing/2014/main" id="{4D28C580-C580-9A91-052E-D472851B5638}"/>
              </a:ext>
            </a:extLst>
          </p:cNvPr>
          <p:cNvSpPr>
            <a:spLocks noGrp="1"/>
          </p:cNvSpPr>
          <p:nvPr>
            <p:ph type="ftr" sz="quarter" idx="11"/>
          </p:nvPr>
        </p:nvSpPr>
        <p:spPr>
          <a:xfrm>
            <a:off x="4165600" y="6248400"/>
            <a:ext cx="3860800" cy="457200"/>
          </a:xfrm>
        </p:spPr>
        <p:txBody>
          <a:bodyPr wrap="square" anchor="b">
            <a:normAutofit/>
          </a:bodyPr>
          <a:lstStyle/>
          <a:p>
            <a:pPr>
              <a:spcAft>
                <a:spcPts val="600"/>
              </a:spcAft>
            </a:pPr>
            <a:r>
              <a:rPr lang="en-US"/>
              <a:t>Simplified Approach to DBMS                                                     By Parteek Bhatia</a:t>
            </a:r>
            <a:endParaRPr lang="hi-IN"/>
          </a:p>
        </p:txBody>
      </p:sp>
      <p:sp>
        <p:nvSpPr>
          <p:cNvPr id="8" name="Slide Number Placeholder 7">
            <a:extLst>
              <a:ext uri="{FF2B5EF4-FFF2-40B4-BE49-F238E27FC236}">
                <a16:creationId xmlns:a16="http://schemas.microsoft.com/office/drawing/2014/main" id="{FC8D6F2F-33A5-B69D-BB2B-20045062C615}"/>
              </a:ext>
            </a:extLst>
          </p:cNvPr>
          <p:cNvSpPr>
            <a:spLocks noGrp="1"/>
          </p:cNvSpPr>
          <p:nvPr>
            <p:ph type="sldNum" sz="quarter" idx="12"/>
          </p:nvPr>
        </p:nvSpPr>
        <p:spPr>
          <a:xfrm>
            <a:off x="8737600" y="6248400"/>
            <a:ext cx="2844800" cy="457200"/>
          </a:xfrm>
        </p:spPr>
        <p:txBody>
          <a:bodyPr wrap="square" anchor="b">
            <a:normAutofit/>
          </a:bodyPr>
          <a:lstStyle/>
          <a:p>
            <a:pPr>
              <a:spcAft>
                <a:spcPts val="600"/>
              </a:spcAft>
            </a:pPr>
            <a:fld id="{07AF748B-BCFD-426B-B244-43F0DA518123}" type="slidenum">
              <a:rPr lang="en-US" smtClean="0"/>
              <a:pPr>
                <a:spcAft>
                  <a:spcPts val="600"/>
                </a:spcAft>
              </a:pPr>
              <a:t>33</a:t>
            </a:fld>
            <a:endParaRPr lang="hi-IN"/>
          </a:p>
        </p:txBody>
      </p:sp>
    </p:spTree>
    <p:extLst>
      <p:ext uri="{BB962C8B-B14F-4D97-AF65-F5344CB8AC3E}">
        <p14:creationId xmlns:p14="http://schemas.microsoft.com/office/powerpoint/2010/main" val="838469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F75B4B8-9742-4B9C-9B16-6A05B361DA30}" type="slidenum">
              <a:rPr lang="en-US"/>
              <a:pPr/>
              <a:t>34</a:t>
            </a:fld>
            <a:endParaRPr lang="hi-IN"/>
          </a:p>
        </p:txBody>
      </p:sp>
      <p:sp>
        <p:nvSpPr>
          <p:cNvPr id="144386" name="Rectangle 2"/>
          <p:cNvSpPr>
            <a:spLocks noGrp="1" noChangeArrowheads="1"/>
          </p:cNvSpPr>
          <p:nvPr>
            <p:ph type="title"/>
          </p:nvPr>
        </p:nvSpPr>
        <p:spPr/>
        <p:txBody>
          <a:bodyPr/>
          <a:lstStyle/>
          <a:p>
            <a:r>
              <a:rPr lang="en-US" b="1"/>
              <a:t>Alternate Key</a:t>
            </a:r>
          </a:p>
        </p:txBody>
      </p:sp>
      <p:sp>
        <p:nvSpPr>
          <p:cNvPr id="144388" name="Rectangle 4"/>
          <p:cNvSpPr>
            <a:spLocks noGrp="1" noChangeArrowheads="1"/>
          </p:cNvSpPr>
          <p:nvPr>
            <p:ph type="body" idx="1"/>
          </p:nvPr>
        </p:nvSpPr>
        <p:spPr/>
        <p:txBody>
          <a:bodyPr/>
          <a:lstStyle/>
          <a:p>
            <a:pPr>
              <a:buFont typeface="Wingdings" pitchFamily="2" charset="2"/>
              <a:buNone/>
            </a:pPr>
            <a:r>
              <a:rPr lang="en-US"/>
              <a:t>	The </a:t>
            </a:r>
            <a:r>
              <a:rPr lang="en-US" b="1"/>
              <a:t>alternate key</a:t>
            </a:r>
            <a:r>
              <a:rPr lang="en-US"/>
              <a:t>s of any table are simply those candidate keys, which are not currently selected as the primary key. </a:t>
            </a:r>
          </a:p>
          <a:p>
            <a:pPr>
              <a:buFont typeface="Wingdings" pitchFamily="2" charset="2"/>
              <a:buNone/>
            </a:pPr>
            <a:r>
              <a:rPr lang="en-US"/>
              <a:t>	</a:t>
            </a:r>
            <a:br>
              <a:rPr lang="en-US"/>
            </a:br>
            <a:endParaRPr lang="en-US"/>
          </a:p>
          <a:p>
            <a:endParaRPr lang="hi-IN"/>
          </a:p>
        </p:txBody>
      </p:sp>
      <p:sp>
        <p:nvSpPr>
          <p:cNvPr id="5" name="Footer Placeholder 4"/>
          <p:cNvSpPr>
            <a:spLocks noGrp="1"/>
          </p:cNvSpPr>
          <p:nvPr>
            <p:ph type="ftr" sz="quarter" idx="11"/>
          </p:nvPr>
        </p:nvSpPr>
        <p:spPr/>
        <p:txBody>
          <a:bodyPr/>
          <a:lstStyle/>
          <a:p>
            <a:r>
              <a:rPr lang="en-US"/>
              <a:t>Simplified Approach to DBMS                                                     By Parteek Bhatia</a:t>
            </a:r>
            <a:endParaRPr lang="hi-I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40E7435-5BBF-4CE9-9526-0EDCB3777C57}" type="slidenum">
              <a:rPr lang="en-US"/>
              <a:pPr/>
              <a:t>35</a:t>
            </a:fld>
            <a:endParaRPr lang="hi-IN"/>
          </a:p>
        </p:txBody>
      </p:sp>
      <p:sp>
        <p:nvSpPr>
          <p:cNvPr id="146434" name="Rectangle 2"/>
          <p:cNvSpPr>
            <a:spLocks noGrp="1" noChangeArrowheads="1"/>
          </p:cNvSpPr>
          <p:nvPr>
            <p:ph type="title"/>
          </p:nvPr>
        </p:nvSpPr>
        <p:spPr/>
        <p:txBody>
          <a:bodyPr/>
          <a:lstStyle/>
          <a:p>
            <a:r>
              <a:rPr lang="en-US" b="1"/>
              <a:t>Foreign Key</a:t>
            </a:r>
          </a:p>
        </p:txBody>
      </p:sp>
      <p:sp>
        <p:nvSpPr>
          <p:cNvPr id="146435" name="Rectangle 3"/>
          <p:cNvSpPr>
            <a:spLocks noGrp="1" noChangeArrowheads="1"/>
          </p:cNvSpPr>
          <p:nvPr>
            <p:ph type="body" idx="1"/>
          </p:nvPr>
        </p:nvSpPr>
        <p:spPr/>
        <p:txBody>
          <a:bodyPr/>
          <a:lstStyle/>
          <a:p>
            <a:pPr>
              <a:lnSpc>
                <a:spcPct val="80000"/>
              </a:lnSpc>
              <a:buFont typeface="Wingdings" pitchFamily="2" charset="2"/>
              <a:buNone/>
            </a:pPr>
            <a:r>
              <a:rPr lang="en-US" sz="2000"/>
              <a:t>	Foreign keys are the attributes of a table, which refers to the primary key of some another table. Foreign Keys permit only those values, which appears in the primary key of the table to which it refers or may be null. Foreign keys are used to link together two or more different tables which have some form of relationship with each other. The foreign key is a reference to the tuple of a table from which it was taken, this tuple being called the </a:t>
            </a:r>
            <a:r>
              <a:rPr lang="en-US" sz="2000" b="1"/>
              <a:t>Referenced or Target tuple.</a:t>
            </a:r>
            <a:r>
              <a:rPr lang="en-US" sz="2000"/>
              <a:t>  The table containing the referenced tuple will be called as </a:t>
            </a:r>
            <a:r>
              <a:rPr lang="en-US" sz="2000" b="1"/>
              <a:t>Target table</a:t>
            </a:r>
            <a:r>
              <a:rPr lang="en-US" sz="2000"/>
              <a:t>. </a:t>
            </a:r>
          </a:p>
          <a:p>
            <a:pPr>
              <a:lnSpc>
                <a:spcPct val="80000"/>
              </a:lnSpc>
              <a:buFont typeface="Wingdings" pitchFamily="2" charset="2"/>
              <a:buNone/>
            </a:pPr>
            <a:r>
              <a:rPr lang="en-US" sz="2000"/>
              <a:t>	</a:t>
            </a:r>
          </a:p>
          <a:p>
            <a:pPr>
              <a:lnSpc>
                <a:spcPct val="80000"/>
              </a:lnSpc>
              <a:buFont typeface="Wingdings" pitchFamily="2" charset="2"/>
              <a:buNone/>
            </a:pPr>
            <a:r>
              <a:rPr lang="en-US" sz="2000"/>
              <a:t>	The matter of integrity of foreign keys is referred to as </a:t>
            </a:r>
            <a:r>
              <a:rPr lang="en-US" sz="2000" b="1"/>
              <a:t>Referential Integrity.</a:t>
            </a:r>
            <a:r>
              <a:rPr lang="en-US" sz="2000"/>
              <a:t> </a:t>
            </a:r>
          </a:p>
        </p:txBody>
      </p:sp>
      <p:sp>
        <p:nvSpPr>
          <p:cNvPr id="5" name="Footer Placeholder 4"/>
          <p:cNvSpPr>
            <a:spLocks noGrp="1"/>
          </p:cNvSpPr>
          <p:nvPr>
            <p:ph type="ftr" sz="quarter" idx="11"/>
          </p:nvPr>
        </p:nvSpPr>
        <p:spPr/>
        <p:txBody>
          <a:bodyPr/>
          <a:lstStyle/>
          <a:p>
            <a:r>
              <a:rPr lang="en-US"/>
              <a:t>Simplified Approach to DBMS                                                     By Parteek Bhatia</a:t>
            </a:r>
            <a:endParaRPr lang="hi-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EDA24F18-8F06-4E0C-88F3-6D5348003D18}" type="slidenum">
              <a:rPr lang="en-US"/>
              <a:pPr/>
              <a:t>36</a:t>
            </a:fld>
            <a:endParaRPr lang="hi-IN"/>
          </a:p>
        </p:txBody>
      </p:sp>
      <p:sp>
        <p:nvSpPr>
          <p:cNvPr id="147458" name="Rectangle 2"/>
          <p:cNvSpPr>
            <a:spLocks noGrp="1" noChangeArrowheads="1"/>
          </p:cNvSpPr>
          <p:nvPr>
            <p:ph type="title"/>
          </p:nvPr>
        </p:nvSpPr>
        <p:spPr/>
        <p:txBody>
          <a:bodyPr/>
          <a:lstStyle/>
          <a:p>
            <a:r>
              <a:rPr lang="en-US" b="1"/>
              <a:t>Foreign Key Contd..</a:t>
            </a:r>
          </a:p>
        </p:txBody>
      </p:sp>
      <p:sp>
        <p:nvSpPr>
          <p:cNvPr id="147459" name="Rectangle 3"/>
          <p:cNvSpPr>
            <a:spLocks noGrp="1" noChangeArrowheads="1"/>
          </p:cNvSpPr>
          <p:nvPr>
            <p:ph type="body" idx="1"/>
          </p:nvPr>
        </p:nvSpPr>
        <p:spPr/>
        <p:txBody>
          <a:bodyPr/>
          <a:lstStyle/>
          <a:p>
            <a:endParaRPr lang="hi-IN"/>
          </a:p>
        </p:txBody>
      </p:sp>
      <p:pic>
        <p:nvPicPr>
          <p:cNvPr id="147460" name="Picture 4"/>
          <p:cNvPicPr>
            <a:picLocks noChangeAspect="1" noChangeArrowheads="1"/>
          </p:cNvPicPr>
          <p:nvPr/>
        </p:nvPicPr>
        <p:blipFill>
          <a:blip r:embed="rId3"/>
          <a:srcRect l="21094" t="18750" r="21094" b="38542"/>
          <a:stretch>
            <a:fillRect/>
          </a:stretch>
        </p:blipFill>
        <p:spPr bwMode="auto">
          <a:xfrm>
            <a:off x="1981200" y="1905000"/>
            <a:ext cx="8229600" cy="3124200"/>
          </a:xfrm>
          <a:prstGeom prst="rect">
            <a:avLst/>
          </a:prstGeom>
          <a:noFill/>
          <a:ln w="9525">
            <a:noFill/>
            <a:miter lim="800000"/>
            <a:headEnd/>
            <a:tailEnd/>
          </a:ln>
          <a:effectLst/>
        </p:spPr>
      </p:pic>
      <p:sp>
        <p:nvSpPr>
          <p:cNvPr id="6" name="Footer Placeholder 5"/>
          <p:cNvSpPr>
            <a:spLocks noGrp="1"/>
          </p:cNvSpPr>
          <p:nvPr>
            <p:ph type="ftr" sz="quarter" idx="11"/>
          </p:nvPr>
        </p:nvSpPr>
        <p:spPr/>
        <p:txBody>
          <a:bodyPr/>
          <a:lstStyle/>
          <a:p>
            <a:r>
              <a:rPr lang="en-US"/>
              <a:t>Simplified Approach to DBMS                                                     By Parteek Bhatia</a:t>
            </a:r>
            <a:endParaRPr lang="hi-I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58098247-CEF7-4A7D-BF37-B9D7E7707D59}" type="slidenum">
              <a:rPr lang="en-US"/>
              <a:pPr/>
              <a:t>37</a:t>
            </a:fld>
            <a:endParaRPr lang="hi-IN"/>
          </a:p>
        </p:txBody>
      </p:sp>
      <p:sp>
        <p:nvSpPr>
          <p:cNvPr id="148482" name="Rectangle 2"/>
          <p:cNvSpPr>
            <a:spLocks noGrp="1" noChangeArrowheads="1"/>
          </p:cNvSpPr>
          <p:nvPr>
            <p:ph type="title"/>
          </p:nvPr>
        </p:nvSpPr>
        <p:spPr/>
        <p:txBody>
          <a:bodyPr/>
          <a:lstStyle/>
          <a:p>
            <a:r>
              <a:rPr lang="en-US" b="1"/>
              <a:t>Foreign Key Contd..</a:t>
            </a:r>
          </a:p>
        </p:txBody>
      </p:sp>
      <p:sp>
        <p:nvSpPr>
          <p:cNvPr id="148483" name="Rectangle 3"/>
          <p:cNvSpPr>
            <a:spLocks noGrp="1" noChangeArrowheads="1"/>
          </p:cNvSpPr>
          <p:nvPr>
            <p:ph type="body" idx="1"/>
          </p:nvPr>
        </p:nvSpPr>
        <p:spPr/>
        <p:txBody>
          <a:bodyPr/>
          <a:lstStyle/>
          <a:p>
            <a:endParaRPr lang="hi-IN"/>
          </a:p>
        </p:txBody>
      </p:sp>
      <p:pic>
        <p:nvPicPr>
          <p:cNvPr id="148484" name="Picture 4"/>
          <p:cNvPicPr>
            <a:picLocks noChangeAspect="1" noChangeArrowheads="1"/>
          </p:cNvPicPr>
          <p:nvPr/>
        </p:nvPicPr>
        <p:blipFill>
          <a:blip r:embed="rId3"/>
          <a:srcRect l="20313" t="29167" r="18750" b="44791"/>
          <a:stretch>
            <a:fillRect/>
          </a:stretch>
        </p:blipFill>
        <p:spPr bwMode="auto">
          <a:xfrm>
            <a:off x="1981200" y="1600200"/>
            <a:ext cx="8229600" cy="4572000"/>
          </a:xfrm>
          <a:prstGeom prst="rect">
            <a:avLst/>
          </a:prstGeom>
          <a:noFill/>
          <a:ln w="9525">
            <a:noFill/>
            <a:miter lim="800000"/>
            <a:headEnd/>
            <a:tailEnd/>
          </a:ln>
          <a:effectLst/>
        </p:spPr>
      </p:pic>
      <p:sp>
        <p:nvSpPr>
          <p:cNvPr id="6" name="Footer Placeholder 5"/>
          <p:cNvSpPr>
            <a:spLocks noGrp="1"/>
          </p:cNvSpPr>
          <p:nvPr>
            <p:ph type="ftr" sz="quarter" idx="11"/>
          </p:nvPr>
        </p:nvSpPr>
        <p:spPr/>
        <p:txBody>
          <a:bodyPr/>
          <a:lstStyle/>
          <a:p>
            <a:r>
              <a:rPr lang="en-US"/>
              <a:t>Simplified Approach to DBMS                                                     By Parteek Bhatia</a:t>
            </a:r>
            <a:endParaRPr lang="hi-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Terminologies</a:t>
            </a:r>
          </a:p>
        </p:txBody>
      </p:sp>
      <p:sp>
        <p:nvSpPr>
          <p:cNvPr id="3" name="Content Placeholder 2"/>
          <p:cNvSpPr>
            <a:spLocks noGrp="1"/>
          </p:cNvSpPr>
          <p:nvPr>
            <p:ph idx="1"/>
          </p:nvPr>
        </p:nvSpPr>
        <p:spPr/>
        <p:txBody>
          <a:bodyPr/>
          <a:lstStyle/>
          <a:p>
            <a:pPr algn="just">
              <a:spcBef>
                <a:spcPct val="50000"/>
              </a:spcBef>
            </a:pPr>
            <a:r>
              <a:rPr lang="en-US" b="1" dirty="0" err="1">
                <a:cs typeface="Times New Roman" pitchFamily="18" charset="0"/>
              </a:rPr>
              <a:t>Tuples</a:t>
            </a:r>
            <a:r>
              <a:rPr lang="en-US" b="1" dirty="0">
                <a:cs typeface="Times New Roman" pitchFamily="18" charset="0"/>
              </a:rPr>
              <a:t> of a Relation</a:t>
            </a:r>
            <a:endParaRPr lang="en-US" dirty="0">
              <a:cs typeface="Times New Roman" pitchFamily="18" charset="0"/>
            </a:endParaRPr>
          </a:p>
          <a:p>
            <a:pPr algn="just">
              <a:spcBef>
                <a:spcPct val="50000"/>
              </a:spcBef>
            </a:pPr>
            <a:r>
              <a:rPr lang="en-US" b="1" dirty="0">
                <a:cs typeface="Times New Roman" pitchFamily="18" charset="0"/>
              </a:rPr>
              <a:t> Cardinality of a relation </a:t>
            </a:r>
            <a:endParaRPr lang="en-US" dirty="0">
              <a:cs typeface="Times New Roman" pitchFamily="18" charset="0"/>
            </a:endParaRPr>
          </a:p>
          <a:p>
            <a:pPr algn="just">
              <a:spcBef>
                <a:spcPct val="50000"/>
              </a:spcBef>
            </a:pPr>
            <a:r>
              <a:rPr lang="en-US" dirty="0">
                <a:cs typeface="Times New Roman" pitchFamily="18" charset="0"/>
              </a:rPr>
              <a:t>Cardinality of relation</a:t>
            </a:r>
          </a:p>
          <a:p>
            <a:pPr algn="just">
              <a:spcBef>
                <a:spcPct val="50000"/>
              </a:spcBef>
              <a:buNone/>
            </a:pPr>
            <a:r>
              <a:rPr lang="en-US" dirty="0">
                <a:cs typeface="Times New Roman" pitchFamily="18" charset="0"/>
              </a:rPr>
              <a:t>	The number of </a:t>
            </a:r>
            <a:r>
              <a:rPr lang="en-US" dirty="0" err="1">
                <a:cs typeface="Times New Roman" pitchFamily="18" charset="0"/>
              </a:rPr>
              <a:t>tuples</a:t>
            </a:r>
            <a:r>
              <a:rPr lang="en-US" dirty="0">
                <a:cs typeface="Times New Roman" pitchFamily="18" charset="0"/>
              </a:rPr>
              <a:t> in a relation determines its cardinality. In this case, the relation has a cardinality of 4. </a:t>
            </a:r>
          </a:p>
        </p:txBody>
      </p:sp>
      <p:sp>
        <p:nvSpPr>
          <p:cNvPr id="4" name="Slide Number Placeholder 3"/>
          <p:cNvSpPr>
            <a:spLocks noGrp="1"/>
          </p:cNvSpPr>
          <p:nvPr>
            <p:ph type="sldNum" sz="quarter" idx="12"/>
          </p:nvPr>
        </p:nvSpPr>
        <p:spPr/>
        <p:txBody>
          <a:bodyPr/>
          <a:lstStyle/>
          <a:p>
            <a:fld id="{CB6A375F-939A-4B86-866A-67BF28C144E1}" type="slidenum">
              <a:rPr lang="en-US" smtClean="0"/>
              <a:pPr/>
              <a:t>38</a:t>
            </a:fld>
            <a:endParaRPr lang="hi-IN" dirty="0"/>
          </a:p>
        </p:txBody>
      </p:sp>
      <p:sp>
        <p:nvSpPr>
          <p:cNvPr id="5" name="Footer Placeholder 4"/>
          <p:cNvSpPr>
            <a:spLocks noGrp="1"/>
          </p:cNvSpPr>
          <p:nvPr>
            <p:ph type="ftr" sz="quarter" idx="11"/>
          </p:nvPr>
        </p:nvSpPr>
        <p:spPr/>
        <p:txBody>
          <a:bodyPr/>
          <a:lstStyle/>
          <a:p>
            <a:r>
              <a:rPr lang="en-US"/>
              <a:t>Simplified Approach to DBMS                                                     By Parteek Bhatia</a:t>
            </a:r>
            <a:endParaRPr lang="hi-IN"/>
          </a:p>
        </p:txBody>
      </p:sp>
      <p:pic>
        <p:nvPicPr>
          <p:cNvPr id="6" name="Picture 3"/>
          <p:cNvPicPr>
            <a:picLocks noChangeAspect="1" noChangeArrowheads="1"/>
          </p:cNvPicPr>
          <p:nvPr/>
        </p:nvPicPr>
        <p:blipFill>
          <a:blip r:embed="rId2"/>
          <a:srcRect l="22000" t="39333" r="37000" b="32668"/>
          <a:stretch>
            <a:fillRect/>
          </a:stretch>
        </p:blipFill>
        <p:spPr bwMode="auto">
          <a:xfrm>
            <a:off x="2209801" y="1752600"/>
            <a:ext cx="7155543" cy="12954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Terminologies</a:t>
            </a:r>
          </a:p>
        </p:txBody>
      </p:sp>
      <p:sp>
        <p:nvSpPr>
          <p:cNvPr id="3" name="Content Placeholder 2"/>
          <p:cNvSpPr>
            <a:spLocks noGrp="1"/>
          </p:cNvSpPr>
          <p:nvPr>
            <p:ph idx="1"/>
          </p:nvPr>
        </p:nvSpPr>
        <p:spPr/>
        <p:txBody>
          <a:bodyPr/>
          <a:lstStyle/>
          <a:p>
            <a:pPr algn="just">
              <a:spcBef>
                <a:spcPct val="50000"/>
              </a:spcBef>
            </a:pPr>
            <a:endParaRPr lang="en-US" b="1" dirty="0">
              <a:cs typeface="Times New Roman" pitchFamily="18" charset="0"/>
            </a:endParaRPr>
          </a:p>
          <a:p>
            <a:pPr algn="just">
              <a:spcBef>
                <a:spcPct val="50000"/>
              </a:spcBef>
            </a:pPr>
            <a:endParaRPr lang="en-US" b="1" dirty="0">
              <a:cs typeface="Times New Roman" pitchFamily="18" charset="0"/>
            </a:endParaRPr>
          </a:p>
          <a:p>
            <a:pPr algn="just">
              <a:spcBef>
                <a:spcPct val="50000"/>
              </a:spcBef>
            </a:pPr>
            <a:r>
              <a:rPr lang="en-US" b="1" dirty="0">
                <a:cs typeface="Times New Roman" pitchFamily="18" charset="0"/>
              </a:rPr>
              <a:t>Degree of a relation </a:t>
            </a:r>
          </a:p>
          <a:p>
            <a:pPr algn="just">
              <a:spcBef>
                <a:spcPct val="50000"/>
              </a:spcBef>
              <a:buNone/>
            </a:pPr>
            <a:r>
              <a:rPr lang="en-US" b="1" dirty="0">
                <a:cs typeface="Times New Roman" pitchFamily="18" charset="0"/>
              </a:rPr>
              <a:t>	</a:t>
            </a:r>
            <a:r>
              <a:rPr lang="en-US" dirty="0">
                <a:cs typeface="Times New Roman" pitchFamily="18" charset="0"/>
              </a:rPr>
              <a:t>Each column in the </a:t>
            </a:r>
            <a:r>
              <a:rPr lang="en-US" dirty="0" err="1">
                <a:cs typeface="Times New Roman" pitchFamily="18" charset="0"/>
              </a:rPr>
              <a:t>tuple</a:t>
            </a:r>
            <a:r>
              <a:rPr lang="en-US" dirty="0">
                <a:cs typeface="Times New Roman" pitchFamily="18" charset="0"/>
              </a:rPr>
              <a:t> (row) is called an attribute. The number of attributes in a relation determines its degree. The relation in has a degree of 3.</a:t>
            </a:r>
            <a:endParaRPr lang="en-US" dirty="0"/>
          </a:p>
          <a:p>
            <a:endParaRPr lang="en-US" dirty="0"/>
          </a:p>
          <a:p>
            <a:pPr algn="just">
              <a:spcBef>
                <a:spcPct val="50000"/>
              </a:spcBef>
            </a:pPr>
            <a:endParaRPr lang="en-US" dirty="0">
              <a:cs typeface="Times New Roman" pitchFamily="18" charset="0"/>
            </a:endParaRPr>
          </a:p>
        </p:txBody>
      </p:sp>
      <p:sp>
        <p:nvSpPr>
          <p:cNvPr id="4" name="Slide Number Placeholder 3"/>
          <p:cNvSpPr>
            <a:spLocks noGrp="1"/>
          </p:cNvSpPr>
          <p:nvPr>
            <p:ph type="sldNum" sz="quarter" idx="12"/>
          </p:nvPr>
        </p:nvSpPr>
        <p:spPr/>
        <p:txBody>
          <a:bodyPr/>
          <a:lstStyle/>
          <a:p>
            <a:fld id="{CB6A375F-939A-4B86-866A-67BF28C144E1}" type="slidenum">
              <a:rPr lang="en-US" smtClean="0"/>
              <a:pPr/>
              <a:t>39</a:t>
            </a:fld>
            <a:endParaRPr lang="hi-IN" dirty="0"/>
          </a:p>
        </p:txBody>
      </p:sp>
      <p:sp>
        <p:nvSpPr>
          <p:cNvPr id="5" name="Footer Placeholder 4"/>
          <p:cNvSpPr>
            <a:spLocks noGrp="1"/>
          </p:cNvSpPr>
          <p:nvPr>
            <p:ph type="ftr" sz="quarter" idx="11"/>
          </p:nvPr>
        </p:nvSpPr>
        <p:spPr/>
        <p:txBody>
          <a:bodyPr/>
          <a:lstStyle/>
          <a:p>
            <a:r>
              <a:rPr lang="en-US"/>
              <a:t>Simplified Approach to DBMS                                                     By Parteek Bhatia</a:t>
            </a:r>
            <a:endParaRPr lang="hi-IN"/>
          </a:p>
        </p:txBody>
      </p:sp>
      <p:pic>
        <p:nvPicPr>
          <p:cNvPr id="6" name="Picture 3"/>
          <p:cNvPicPr>
            <a:picLocks noChangeAspect="1" noChangeArrowheads="1"/>
          </p:cNvPicPr>
          <p:nvPr/>
        </p:nvPicPr>
        <p:blipFill>
          <a:blip r:embed="rId2"/>
          <a:srcRect l="22000" t="39333" r="37000" b="32668"/>
          <a:stretch>
            <a:fillRect/>
          </a:stretch>
        </p:blipFill>
        <p:spPr bwMode="auto">
          <a:xfrm>
            <a:off x="2209801" y="1752600"/>
            <a:ext cx="7155543" cy="12954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Terminologies</a:t>
            </a:r>
          </a:p>
        </p:txBody>
      </p:sp>
      <p:sp>
        <p:nvSpPr>
          <p:cNvPr id="3" name="Content Placeholder 2"/>
          <p:cNvSpPr>
            <a:spLocks noGrp="1"/>
          </p:cNvSpPr>
          <p:nvPr>
            <p:ph idx="1"/>
          </p:nvPr>
        </p:nvSpPr>
        <p:spPr/>
        <p:txBody>
          <a:bodyPr/>
          <a:lstStyle/>
          <a:p>
            <a:pPr algn="just">
              <a:spcBef>
                <a:spcPct val="50000"/>
              </a:spcBef>
            </a:pPr>
            <a:r>
              <a:rPr lang="en-US" b="1" dirty="0">
                <a:cs typeface="Times New Roman" pitchFamily="18" charset="0"/>
              </a:rPr>
              <a:t>Domains</a:t>
            </a:r>
            <a:endParaRPr lang="en-US" dirty="0">
              <a:cs typeface="Times New Roman" pitchFamily="18" charset="0"/>
            </a:endParaRPr>
          </a:p>
          <a:p>
            <a:pPr algn="just">
              <a:spcBef>
                <a:spcPct val="50000"/>
              </a:spcBef>
              <a:buNone/>
            </a:pPr>
            <a:r>
              <a:rPr lang="en-US" dirty="0">
                <a:cs typeface="Times New Roman" pitchFamily="18" charset="0"/>
              </a:rPr>
              <a:t>	A domain definition specifies the kind of data represented by the attribute. More particularly, a domain is the set of all possible values that an attribute may validly contain.  </a:t>
            </a:r>
            <a:endParaRPr lang="en-US" dirty="0"/>
          </a:p>
          <a:p>
            <a:pPr algn="just">
              <a:spcBef>
                <a:spcPct val="50000"/>
              </a:spcBef>
              <a:buNone/>
            </a:pPr>
            <a:endParaRPr lang="en-US" dirty="0">
              <a:cs typeface="Times New Roman" pitchFamily="18" charset="0"/>
            </a:endParaRPr>
          </a:p>
        </p:txBody>
      </p:sp>
      <p:sp>
        <p:nvSpPr>
          <p:cNvPr id="4" name="Slide Number Placeholder 3"/>
          <p:cNvSpPr>
            <a:spLocks noGrp="1"/>
          </p:cNvSpPr>
          <p:nvPr>
            <p:ph type="sldNum" sz="quarter" idx="12"/>
          </p:nvPr>
        </p:nvSpPr>
        <p:spPr/>
        <p:txBody>
          <a:bodyPr/>
          <a:lstStyle/>
          <a:p>
            <a:fld id="{CB6A375F-939A-4B86-866A-67BF28C144E1}" type="slidenum">
              <a:rPr lang="en-US" smtClean="0"/>
              <a:pPr/>
              <a:t>40</a:t>
            </a:fld>
            <a:endParaRPr lang="hi-IN" dirty="0"/>
          </a:p>
        </p:txBody>
      </p:sp>
      <p:sp>
        <p:nvSpPr>
          <p:cNvPr id="5" name="Footer Placeholder 4"/>
          <p:cNvSpPr>
            <a:spLocks noGrp="1"/>
          </p:cNvSpPr>
          <p:nvPr>
            <p:ph type="ftr" sz="quarter" idx="11"/>
          </p:nvPr>
        </p:nvSpPr>
        <p:spPr/>
        <p:txBody>
          <a:bodyPr/>
          <a:lstStyle/>
          <a:p>
            <a:r>
              <a:rPr lang="en-US"/>
              <a:t>Simplified Approach to DBMS                                                     By Parteek Bhatia</a:t>
            </a:r>
            <a:endParaRPr lang="hi-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Terminologies</a:t>
            </a:r>
          </a:p>
        </p:txBody>
      </p:sp>
      <p:sp>
        <p:nvSpPr>
          <p:cNvPr id="3" name="Content Placeholder 2"/>
          <p:cNvSpPr>
            <a:spLocks noGrp="1"/>
          </p:cNvSpPr>
          <p:nvPr>
            <p:ph idx="1"/>
          </p:nvPr>
        </p:nvSpPr>
        <p:spPr/>
        <p:txBody>
          <a:bodyPr/>
          <a:lstStyle/>
          <a:p>
            <a:pPr algn="just">
              <a:spcBef>
                <a:spcPct val="50000"/>
              </a:spcBef>
            </a:pPr>
            <a:r>
              <a:rPr lang="en-US" b="1" dirty="0">
                <a:cs typeface="Times New Roman" pitchFamily="18" charset="0"/>
              </a:rPr>
              <a:t>Domains Vs Data types</a:t>
            </a:r>
            <a:endParaRPr lang="en-US" dirty="0">
              <a:cs typeface="Times New Roman" pitchFamily="18" charset="0"/>
            </a:endParaRPr>
          </a:p>
          <a:p>
            <a:pPr algn="just">
              <a:spcBef>
                <a:spcPct val="50000"/>
              </a:spcBef>
              <a:buNone/>
            </a:pPr>
            <a:r>
              <a:rPr lang="en-US" dirty="0">
                <a:cs typeface="Times New Roman" pitchFamily="18" charset="0"/>
              </a:rPr>
              <a:t>	Data type is a physical concept while domain is a logical one. “Number” is a data type and “Age” is a domain. To give another example “</a:t>
            </a:r>
            <a:r>
              <a:rPr lang="en-US" dirty="0" err="1">
                <a:cs typeface="Times New Roman" pitchFamily="18" charset="0"/>
              </a:rPr>
              <a:t>StreetName</a:t>
            </a:r>
            <a:r>
              <a:rPr lang="en-US" dirty="0">
                <a:cs typeface="Times New Roman" pitchFamily="18" charset="0"/>
              </a:rPr>
              <a:t>” and “Surname” might both be represented as text fields, but they are obviously different kinds of text fields; they belong to different domains.</a:t>
            </a:r>
          </a:p>
          <a:p>
            <a:pPr algn="just">
              <a:spcBef>
                <a:spcPct val="50000"/>
              </a:spcBef>
              <a:buNone/>
            </a:pPr>
            <a:r>
              <a:rPr lang="en-US" dirty="0">
                <a:cs typeface="Times New Roman" pitchFamily="18" charset="0"/>
              </a:rPr>
              <a:t> </a:t>
            </a:r>
            <a:endParaRPr lang="en-US" dirty="0"/>
          </a:p>
          <a:p>
            <a:pPr algn="just">
              <a:spcBef>
                <a:spcPct val="50000"/>
              </a:spcBef>
              <a:buNone/>
            </a:pPr>
            <a:endParaRPr lang="en-US" dirty="0">
              <a:cs typeface="Times New Roman" pitchFamily="18" charset="0"/>
            </a:endParaRPr>
          </a:p>
        </p:txBody>
      </p:sp>
      <p:sp>
        <p:nvSpPr>
          <p:cNvPr id="4" name="Slide Number Placeholder 3"/>
          <p:cNvSpPr>
            <a:spLocks noGrp="1"/>
          </p:cNvSpPr>
          <p:nvPr>
            <p:ph type="sldNum" sz="quarter" idx="12"/>
          </p:nvPr>
        </p:nvSpPr>
        <p:spPr/>
        <p:txBody>
          <a:bodyPr/>
          <a:lstStyle/>
          <a:p>
            <a:fld id="{CB6A375F-939A-4B86-866A-67BF28C144E1}" type="slidenum">
              <a:rPr lang="en-US" smtClean="0"/>
              <a:pPr/>
              <a:t>41</a:t>
            </a:fld>
            <a:endParaRPr lang="hi-IN" dirty="0"/>
          </a:p>
        </p:txBody>
      </p:sp>
      <p:sp>
        <p:nvSpPr>
          <p:cNvPr id="5" name="Footer Placeholder 4"/>
          <p:cNvSpPr>
            <a:spLocks noGrp="1"/>
          </p:cNvSpPr>
          <p:nvPr>
            <p:ph type="ftr" sz="quarter" idx="11"/>
          </p:nvPr>
        </p:nvSpPr>
        <p:spPr/>
        <p:txBody>
          <a:bodyPr/>
          <a:lstStyle/>
          <a:p>
            <a:r>
              <a:rPr lang="en-US"/>
              <a:t>Simplified Approach to DBMS                                                     By Parteek Bhatia</a:t>
            </a:r>
            <a:endParaRPr lang="hi-I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Terminologies</a:t>
            </a:r>
          </a:p>
        </p:txBody>
      </p:sp>
      <p:sp>
        <p:nvSpPr>
          <p:cNvPr id="3" name="Content Placeholder 2"/>
          <p:cNvSpPr>
            <a:spLocks noGrp="1"/>
          </p:cNvSpPr>
          <p:nvPr>
            <p:ph idx="1"/>
          </p:nvPr>
        </p:nvSpPr>
        <p:spPr/>
        <p:txBody>
          <a:bodyPr/>
          <a:lstStyle/>
          <a:p>
            <a:pPr algn="just">
              <a:spcBef>
                <a:spcPct val="50000"/>
              </a:spcBef>
            </a:pPr>
            <a:r>
              <a:rPr lang="en-US" sz="2800" b="1" dirty="0">
                <a:cs typeface="Times New Roman" pitchFamily="18" charset="0"/>
              </a:rPr>
              <a:t>Body of a Relation</a:t>
            </a:r>
            <a:endParaRPr lang="en-US" sz="2800" dirty="0">
              <a:cs typeface="Times New Roman" pitchFamily="18" charset="0"/>
            </a:endParaRPr>
          </a:p>
          <a:p>
            <a:pPr algn="just">
              <a:spcBef>
                <a:spcPct val="50000"/>
              </a:spcBef>
              <a:buNone/>
            </a:pPr>
            <a:r>
              <a:rPr lang="en-US" sz="2800" dirty="0">
                <a:cs typeface="Times New Roman" pitchFamily="18" charset="0"/>
              </a:rPr>
              <a:t>	The body of the relation consists of an unordered set of zero or more </a:t>
            </a:r>
            <a:r>
              <a:rPr lang="en-US" sz="2800" dirty="0" err="1">
                <a:cs typeface="Times New Roman" pitchFamily="18" charset="0"/>
              </a:rPr>
              <a:t>tuples</a:t>
            </a:r>
            <a:r>
              <a:rPr lang="en-US" sz="2800" dirty="0">
                <a:cs typeface="Times New Roman" pitchFamily="18" charset="0"/>
              </a:rPr>
              <a:t>. It means:</a:t>
            </a:r>
          </a:p>
          <a:p>
            <a:pPr algn="just">
              <a:spcBef>
                <a:spcPct val="50000"/>
              </a:spcBef>
            </a:pPr>
            <a:r>
              <a:rPr lang="en-US" sz="2800" dirty="0">
                <a:cs typeface="Times New Roman" pitchFamily="18" charset="0"/>
              </a:rPr>
              <a:t>Relation is unordered. </a:t>
            </a:r>
          </a:p>
          <a:p>
            <a:pPr algn="just">
              <a:spcBef>
                <a:spcPct val="50000"/>
              </a:spcBef>
            </a:pPr>
            <a:r>
              <a:rPr lang="en-US" sz="2800" dirty="0">
                <a:cs typeface="Times New Roman" pitchFamily="18" charset="0"/>
              </a:rPr>
              <a:t>A relation with no </a:t>
            </a:r>
            <a:r>
              <a:rPr lang="en-US" sz="2800" dirty="0" err="1">
                <a:cs typeface="Times New Roman" pitchFamily="18" charset="0"/>
              </a:rPr>
              <a:t>tuples</a:t>
            </a:r>
            <a:r>
              <a:rPr lang="en-US" sz="2800" dirty="0">
                <a:cs typeface="Times New Roman" pitchFamily="18" charset="0"/>
              </a:rPr>
              <a:t> still qualifies as a relation. </a:t>
            </a:r>
          </a:p>
          <a:p>
            <a:pPr algn="just">
              <a:spcBef>
                <a:spcPct val="50000"/>
              </a:spcBef>
            </a:pPr>
            <a:r>
              <a:rPr lang="en-US" sz="2800" dirty="0">
                <a:cs typeface="Times New Roman" pitchFamily="18" charset="0"/>
              </a:rPr>
              <a:t>Relation is a set. </a:t>
            </a:r>
          </a:p>
          <a:p>
            <a:pPr algn="just">
              <a:spcBef>
                <a:spcPct val="50000"/>
              </a:spcBef>
              <a:buNone/>
            </a:pPr>
            <a:r>
              <a:rPr lang="en-US" sz="2800" dirty="0">
                <a:cs typeface="Times New Roman" pitchFamily="18" charset="0"/>
              </a:rPr>
              <a:t> </a:t>
            </a:r>
            <a:endParaRPr lang="en-US" sz="2800" dirty="0"/>
          </a:p>
          <a:p>
            <a:pPr algn="just">
              <a:spcBef>
                <a:spcPct val="50000"/>
              </a:spcBef>
              <a:buNone/>
            </a:pPr>
            <a:endParaRPr lang="en-US" sz="2800" dirty="0">
              <a:cs typeface="Times New Roman" pitchFamily="18" charset="0"/>
            </a:endParaRPr>
          </a:p>
        </p:txBody>
      </p:sp>
      <p:sp>
        <p:nvSpPr>
          <p:cNvPr id="4" name="Slide Number Placeholder 3"/>
          <p:cNvSpPr>
            <a:spLocks noGrp="1"/>
          </p:cNvSpPr>
          <p:nvPr>
            <p:ph type="sldNum" sz="quarter" idx="12"/>
          </p:nvPr>
        </p:nvSpPr>
        <p:spPr/>
        <p:txBody>
          <a:bodyPr/>
          <a:lstStyle/>
          <a:p>
            <a:fld id="{CB6A375F-939A-4B86-866A-67BF28C144E1}" type="slidenum">
              <a:rPr lang="en-US" smtClean="0"/>
              <a:pPr/>
              <a:t>42</a:t>
            </a:fld>
            <a:endParaRPr lang="hi-IN" dirty="0"/>
          </a:p>
        </p:txBody>
      </p:sp>
      <p:sp>
        <p:nvSpPr>
          <p:cNvPr id="5" name="Footer Placeholder 4"/>
          <p:cNvSpPr>
            <a:spLocks noGrp="1"/>
          </p:cNvSpPr>
          <p:nvPr>
            <p:ph type="ftr" sz="quarter" idx="11"/>
          </p:nvPr>
        </p:nvSpPr>
        <p:spPr/>
        <p:txBody>
          <a:bodyPr/>
          <a:lstStyle/>
          <a:p>
            <a:r>
              <a:rPr lang="en-US" dirty="0"/>
              <a:t>Simplified Approach to DBMS                                                     By </a:t>
            </a:r>
            <a:r>
              <a:rPr lang="en-US" dirty="0" err="1"/>
              <a:t>Parteek</a:t>
            </a:r>
            <a:r>
              <a:rPr lang="en-US" dirty="0"/>
              <a:t> Bhatia</a:t>
            </a:r>
            <a:endParaRPr lang="hi-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a:t>Reference</a:t>
            </a:r>
            <a:endParaRPr lang="en-US" dirty="0"/>
          </a:p>
        </p:txBody>
      </p:sp>
      <p:sp>
        <p:nvSpPr>
          <p:cNvPr id="7" name="Subtitle 6"/>
          <p:cNvSpPr>
            <a:spLocks noGrp="1"/>
          </p:cNvSpPr>
          <p:nvPr>
            <p:ph type="subTitle" idx="1"/>
          </p:nvPr>
        </p:nvSpPr>
        <p:spPr/>
        <p:txBody>
          <a:bodyPr/>
          <a:lstStyle/>
          <a:p>
            <a:r>
              <a:rPr lang="en-US" dirty="0"/>
              <a:t>Simplified Approach to DBMS</a:t>
            </a:r>
          </a:p>
          <a:p>
            <a:r>
              <a:rPr lang="en-US" dirty="0"/>
              <a:t>By</a:t>
            </a:r>
          </a:p>
          <a:p>
            <a:r>
              <a:rPr lang="en-US" dirty="0" err="1"/>
              <a:t>Parteek</a:t>
            </a:r>
            <a:r>
              <a:rPr lang="en-US" dirty="0"/>
              <a:t> Bhatia, </a:t>
            </a:r>
            <a:r>
              <a:rPr lang="en-US" dirty="0" err="1"/>
              <a:t>Kalyani</a:t>
            </a:r>
            <a:r>
              <a:rPr lang="en-US" dirty="0"/>
              <a:t> Publishers</a:t>
            </a:r>
          </a:p>
        </p:txBody>
      </p:sp>
      <p:sp>
        <p:nvSpPr>
          <p:cNvPr id="4" name="Footer Placeholder 3"/>
          <p:cNvSpPr>
            <a:spLocks noGrp="1"/>
          </p:cNvSpPr>
          <p:nvPr>
            <p:ph type="ftr" sz="quarter" idx="3"/>
          </p:nvPr>
        </p:nvSpPr>
        <p:spPr/>
        <p:txBody>
          <a:bodyPr/>
          <a:lstStyle/>
          <a:p>
            <a:r>
              <a:rPr lang="en-US"/>
              <a:t>Simplified Approach to DBMS                                                     By Parteek Bhatia</a:t>
            </a:r>
            <a:endParaRPr lang="hi-IN"/>
          </a:p>
        </p:txBody>
      </p:sp>
      <p:sp>
        <p:nvSpPr>
          <p:cNvPr id="5" name="Slide Number Placeholder 4"/>
          <p:cNvSpPr>
            <a:spLocks noGrp="1"/>
          </p:cNvSpPr>
          <p:nvPr>
            <p:ph type="sldNum" sz="quarter" idx="4"/>
          </p:nvPr>
        </p:nvSpPr>
        <p:spPr/>
        <p:txBody>
          <a:bodyPr/>
          <a:lstStyle/>
          <a:p>
            <a:fld id="{CB6A375F-939A-4B86-866A-67BF28C144E1}" type="slidenum">
              <a:rPr lang="en-US" smtClean="0"/>
              <a:pPr/>
              <a:t>43</a:t>
            </a:fld>
            <a:endParaRPr lang="hi-IN"/>
          </a:p>
        </p:txBody>
      </p:sp>
    </p:spTree>
  </p:cSld>
  <p:clrMapOvr>
    <a:masterClrMapping/>
  </p:clrMapOvr>
</p:sld>
</file>

<file path=ppt/theme/theme1.xml><?xml version="1.0" encoding="utf-8"?>
<a:theme xmlns:a="http://schemas.openxmlformats.org/drawingml/2006/main" name="Radial">
  <a:themeElements>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Radial">
      <a:majorFont>
        <a:latin typeface="Arial"/>
        <a:ea typeface=""/>
        <a:cs typeface="Mangal"/>
      </a:majorFont>
      <a:minorFont>
        <a:latin typeface="Arial"/>
        <a:ea typeface=""/>
        <a:cs typeface="Mang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Mangal" pitchFamily="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Mangal" pitchFamily="2" charset="0"/>
          </a:defRPr>
        </a:defPPr>
      </a:lstStyle>
    </a:lnDef>
  </a:objectDefaults>
  <a:extraClrSchemeLst>
    <a:extraClrScheme>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Radial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Radial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Radial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Radial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Radial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Radial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Radial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Radial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Radial</Template>
  <TotalTime>3968</TotalTime>
  <Words>1850</Words>
  <Application>Microsoft Office PowerPoint</Application>
  <PresentationFormat>Widescreen</PresentationFormat>
  <Paragraphs>289</Paragraphs>
  <Slides>43</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Arial Black</vt:lpstr>
      <vt:lpstr>Times New Roman</vt:lpstr>
      <vt:lpstr>Wingdings</vt:lpstr>
      <vt:lpstr>Radial</vt:lpstr>
      <vt:lpstr>Relational Data Model</vt:lpstr>
      <vt:lpstr>Keys of a Relation</vt:lpstr>
      <vt:lpstr>Keys of a Relation</vt:lpstr>
      <vt:lpstr>Keys of a Relation</vt:lpstr>
      <vt:lpstr>PowerPoint Presentation</vt:lpstr>
      <vt:lpstr>PowerPoint Presentation</vt:lpstr>
      <vt:lpstr>Super Key</vt:lpstr>
      <vt:lpstr>Consider a table Employee:</vt:lpstr>
      <vt:lpstr>Consider a table Employee:</vt:lpstr>
      <vt:lpstr>PowerPoint Presentation</vt:lpstr>
      <vt:lpstr>Candidate Key</vt:lpstr>
      <vt:lpstr>PowerPoint Presentation</vt:lpstr>
      <vt:lpstr>PowerPoint Presentation</vt:lpstr>
      <vt:lpstr>PowerPoint Presentation</vt:lpstr>
      <vt:lpstr>PowerPoint Presentation</vt:lpstr>
      <vt:lpstr>PowerPoint Presentation</vt:lpstr>
      <vt:lpstr>Primary Key</vt:lpstr>
      <vt:lpstr>PowerPoint Presentation</vt:lpstr>
      <vt:lpstr>PowerPoint Presentation</vt:lpstr>
      <vt:lpstr>PowerPoint Presentation</vt:lpstr>
      <vt:lpstr>PowerPoint Presentation</vt:lpstr>
      <vt:lpstr>PowerPoint Presentation</vt:lpstr>
      <vt:lpstr>Alternate Key</vt:lpstr>
      <vt:lpstr>PowerPoint Presentation</vt:lpstr>
      <vt:lpstr>PowerPoint Presentation</vt:lpstr>
      <vt:lpstr>Artificial key</vt:lpstr>
      <vt:lpstr>Artificial key</vt:lpstr>
      <vt:lpstr>Artificial key</vt:lpstr>
      <vt:lpstr>Artificial Keys vs. Natural Keys:</vt:lpstr>
      <vt:lpstr>Pros of Artificial Keys</vt:lpstr>
      <vt:lpstr>Cons of Artificial Keys</vt:lpstr>
      <vt:lpstr>Use Cases</vt:lpstr>
      <vt:lpstr>PowerPoint Presentation</vt:lpstr>
      <vt:lpstr>Alternate Key</vt:lpstr>
      <vt:lpstr>Foreign Key</vt:lpstr>
      <vt:lpstr>Foreign Key Contd..</vt:lpstr>
      <vt:lpstr>Foreign Key Contd..</vt:lpstr>
      <vt:lpstr>Other Terminologies</vt:lpstr>
      <vt:lpstr>Other Terminologies</vt:lpstr>
      <vt:lpstr>Other Terminologies</vt:lpstr>
      <vt:lpstr>Other Terminologies</vt:lpstr>
      <vt:lpstr>Other Terminologies</vt:lpstr>
      <vt:lpstr>Reference</vt:lpstr>
    </vt:vector>
  </TitlesOfParts>
  <Company>NONE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Designing of Databases &amp; Oracle Architecture  By   Parteek Bhatia Faculty Department of Computer Science &amp; Engineering Thapar University Patiala</dc:title>
  <dc:creator>My Computer</dc:creator>
  <cp:lastModifiedBy>Parteek Bhatia</cp:lastModifiedBy>
  <cp:revision>59</cp:revision>
  <dcterms:created xsi:type="dcterms:W3CDTF">2007-06-11T15:25:34Z</dcterms:created>
  <dcterms:modified xsi:type="dcterms:W3CDTF">2025-01-16T07:42:40Z</dcterms:modified>
</cp:coreProperties>
</file>